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embeddedFontLst>
    <p:embeddedFont>
      <p:font typeface="OPPOSans B" panose="02010600030101010101" charset="-122"/>
      <p:regular r:id="rId16"/>
    </p:embeddedFont>
    <p:embeddedFont>
      <p:font typeface="OPPOSans H" panose="02010600030101010101" charset="-122"/>
      <p:regular r:id="rId17"/>
    </p:embeddedFont>
    <p:embeddedFont>
      <p:font typeface="OPPOSans R" panose="02010600030101010101" charset="-122"/>
      <p:regular r:id="rId18"/>
    </p:embeddedFont>
    <p:embeddedFont>
      <p:font typeface="Source Han Sans" panose="02010600030101010101" charset="-122"/>
      <p:regular r:id="rId19"/>
    </p:embeddedFont>
    <p:embeddedFont>
      <p:font typeface="Source Han Sans CN Bold" panose="02010600030101010101" charset="-122"/>
      <p:regular r:id="rId20"/>
    </p:embeddedFont>
    <p:embeddedFont>
      <p:font typeface="Noto Sans SC Black" panose="020B0200000000000000" pitchFamily="34" charset="-122"/>
      <p:bold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3" autoAdjust="0"/>
    <p:restoredTop sz="94660" autoAdjust="0"/>
  </p:normalViewPr>
  <p:slideViewPr>
    <p:cSldViewPr snapToGrid="0">
      <p:cViewPr varScale="1">
        <p:scale>
          <a:sx n="158" d="100"/>
          <a:sy n="158" d="100"/>
        </p:scale>
        <p:origin x="364" y="10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hyperlink" Target="http://localhost:8005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alphaModFix/>
          </a:blip>
          <a:srcRect l="26713" r="14501"/>
          <a:stretch>
            <a:fillRect/>
          </a:stretch>
        </p:blipFill>
        <p:spPr>
          <a:xfrm>
            <a:off x="982380" y="1"/>
            <a:ext cx="11209621" cy="6857999"/>
          </a:xfrm>
          <a:custGeom>
            <a:avLst/>
            <a:gdLst>
              <a:gd name="connsiteX0" fmla="*/ 0 w 11209621"/>
              <a:gd name="connsiteY0" fmla="*/ 0 h 6857999"/>
              <a:gd name="connsiteX1" fmla="*/ 11209621 w 11209621"/>
              <a:gd name="connsiteY1" fmla="*/ 0 h 6857999"/>
              <a:gd name="connsiteX2" fmla="*/ 11209621 w 11209621"/>
              <a:gd name="connsiteY2" fmla="*/ 6857999 h 6857999"/>
              <a:gd name="connsiteX3" fmla="*/ 0 w 11209621"/>
              <a:gd name="connsiteY3" fmla="*/ 6857999 h 6857999"/>
            </a:gdLst>
            <a:ahLst/>
            <a:cxnLst/>
            <a:rect l="l" t="t" r="r" b="b"/>
            <a:pathLst>
              <a:path w="11209621" h="6857999">
                <a:moveTo>
                  <a:pt x="0" y="0"/>
                </a:moveTo>
                <a:lnTo>
                  <a:pt x="11209621" y="0"/>
                </a:lnTo>
                <a:lnTo>
                  <a:pt x="11209621" y="6857999"/>
                </a:lnTo>
                <a:lnTo>
                  <a:pt x="0" y="6857999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44000">
                <a:schemeClr val="accent1">
                  <a:lumMod val="50000"/>
                  <a:alpha val="90000"/>
                </a:schemeClr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4" name="Group 3"/>
          <p:cNvGrpSpPr/>
          <p:nvPr/>
        </p:nvGrpSpPr>
        <p:grpSpPr>
          <a:xfrm>
            <a:off x="660400" y="5108427"/>
            <a:ext cx="1945640" cy="516465"/>
            <a:chOff x="660400" y="5108427"/>
            <a:chExt cx="1945640" cy="516465"/>
          </a:xfrm>
        </p:grpSpPr>
        <p:sp>
          <p:nvSpPr>
            <p:cNvPr id="5" name="标题 1"/>
            <p:cNvSpPr txBox="1"/>
            <p:nvPr/>
          </p:nvSpPr>
          <p:spPr>
            <a:xfrm>
              <a:off x="660500" y="5108427"/>
              <a:ext cx="1943940" cy="516465"/>
            </a:xfrm>
            <a:custGeom>
              <a:avLst/>
              <a:gdLst>
                <a:gd name="connsiteX0" fmla="*/ 5564389 w 5678597"/>
                <a:gd name="connsiteY0" fmla="*/ 1216863 h 1216863"/>
                <a:gd name="connsiteX1" fmla="*/ 113917 w 5678597"/>
                <a:gd name="connsiteY1" fmla="*/ 1216863 h 1216863"/>
                <a:gd name="connsiteX2" fmla="*/ 0 w 5678597"/>
                <a:gd name="connsiteY2" fmla="*/ 1102947 h 1216863"/>
                <a:gd name="connsiteX3" fmla="*/ 0 w 5678597"/>
                <a:gd name="connsiteY3" fmla="*/ 113917 h 1216863"/>
                <a:gd name="connsiteX4" fmla="*/ 113917 w 5678597"/>
                <a:gd name="connsiteY4" fmla="*/ 0 h 1216863"/>
                <a:gd name="connsiteX5" fmla="*/ 5564682 w 5678597"/>
                <a:gd name="connsiteY5" fmla="*/ 0 h 1216863"/>
                <a:gd name="connsiteX6" fmla="*/ 5678598 w 5678597"/>
                <a:gd name="connsiteY6" fmla="*/ 113917 h 1216863"/>
                <a:gd name="connsiteX7" fmla="*/ 5678598 w 5678597"/>
                <a:gd name="connsiteY7" fmla="*/ 1102655 h 1216863"/>
                <a:gd name="connsiteX8" fmla="*/ 5564389 w 5678597"/>
                <a:gd name="connsiteY8" fmla="*/ 1216863 h 1216863"/>
              </a:gdLst>
              <a:ahLst/>
              <a:cxnLst/>
              <a:rect l="l" t="t" r="r" b="b"/>
              <a:pathLst>
                <a:path w="5678597" h="1216863">
                  <a:moveTo>
                    <a:pt x="5564389" y="1216863"/>
                  </a:moveTo>
                  <a:lnTo>
                    <a:pt x="113917" y="1216863"/>
                  </a:lnTo>
                  <a:cubicBezTo>
                    <a:pt x="69518" y="1172465"/>
                    <a:pt x="44398" y="1147345"/>
                    <a:pt x="0" y="1102947"/>
                  </a:cubicBezTo>
                  <a:lnTo>
                    <a:pt x="0" y="113917"/>
                  </a:lnTo>
                  <a:cubicBezTo>
                    <a:pt x="44398" y="69518"/>
                    <a:pt x="69518" y="44398"/>
                    <a:pt x="113917" y="0"/>
                  </a:cubicBezTo>
                  <a:lnTo>
                    <a:pt x="5564682" y="0"/>
                  </a:lnTo>
                  <a:cubicBezTo>
                    <a:pt x="5609080" y="44398"/>
                    <a:pt x="5634200" y="69518"/>
                    <a:pt x="5678598" y="113917"/>
                  </a:cubicBezTo>
                  <a:lnTo>
                    <a:pt x="5678598" y="1102655"/>
                  </a:lnTo>
                  <a:cubicBezTo>
                    <a:pt x="5633908" y="1147345"/>
                    <a:pt x="5609080" y="1172465"/>
                    <a:pt x="5564389" y="1216863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  <a:alpha val="21000"/>
              </a:schemeClr>
            </a:solidFill>
            <a:ln w="2921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6" name="标题 1"/>
            <p:cNvSpPr txBox="1"/>
            <p:nvPr/>
          </p:nvSpPr>
          <p:spPr>
            <a:xfrm>
              <a:off x="2412256" y="5108551"/>
              <a:ext cx="193784" cy="516341"/>
            </a:xfrm>
            <a:custGeom>
              <a:avLst/>
              <a:gdLst>
                <a:gd name="connsiteX0" fmla="*/ 243022 w 566078"/>
                <a:gd name="connsiteY0" fmla="*/ 0 h 1216571"/>
                <a:gd name="connsiteX1" fmla="*/ 498605 w 566078"/>
                <a:gd name="connsiteY1" fmla="*/ 0 h 1216571"/>
                <a:gd name="connsiteX2" fmla="*/ 566078 w 566078"/>
                <a:gd name="connsiteY2" fmla="*/ 67474 h 1216571"/>
                <a:gd name="connsiteX3" fmla="*/ 566078 w 566078"/>
                <a:gd name="connsiteY3" fmla="*/ 1149098 h 1216571"/>
                <a:gd name="connsiteX4" fmla="*/ 498605 w 566078"/>
                <a:gd name="connsiteY4" fmla="*/ 1216571 h 1216571"/>
                <a:gd name="connsiteX5" fmla="*/ 0 w 566078"/>
                <a:gd name="connsiteY5" fmla="*/ 1216571 h 1216571"/>
                <a:gd name="connsiteX6" fmla="*/ 37680 w 566078"/>
                <a:gd name="connsiteY6" fmla="*/ 1179183 h 1216571"/>
                <a:gd name="connsiteX7" fmla="*/ 385564 w 566078"/>
                <a:gd name="connsiteY7" fmla="*/ 1179183 h 1216571"/>
                <a:gd name="connsiteX8" fmla="*/ 527814 w 566078"/>
                <a:gd name="connsiteY8" fmla="*/ 1036933 h 1216571"/>
                <a:gd name="connsiteX9" fmla="*/ 527814 w 566078"/>
                <a:gd name="connsiteY9" fmla="*/ 680871 h 1216571"/>
                <a:gd name="connsiteX10" fmla="*/ 486921 w 566078"/>
                <a:gd name="connsiteY10" fmla="*/ 639978 h 1216571"/>
                <a:gd name="connsiteX11" fmla="*/ 529274 w 566078"/>
                <a:gd name="connsiteY11" fmla="*/ 597624 h 1216571"/>
                <a:gd name="connsiteX12" fmla="*/ 529274 w 566078"/>
                <a:gd name="connsiteY12" fmla="*/ 170291 h 1216571"/>
                <a:gd name="connsiteX13" fmla="*/ 396079 w 566078"/>
                <a:gd name="connsiteY13" fmla="*/ 37096 h 1216571"/>
                <a:gd name="connsiteX14" fmla="*/ 271355 w 566078"/>
                <a:gd name="connsiteY14" fmla="*/ 37096 h 1216571"/>
                <a:gd name="connsiteX15" fmla="*/ 234260 w 566078"/>
                <a:gd name="connsiteY15" fmla="*/ 0 h 1216571"/>
              </a:gdLst>
              <a:ahLst/>
              <a:cxnLst/>
              <a:rect l="l" t="t" r="r" b="b"/>
              <a:pathLst>
                <a:path w="566078" h="1216571">
                  <a:moveTo>
                    <a:pt x="243022" y="0"/>
                  </a:moveTo>
                  <a:lnTo>
                    <a:pt x="498605" y="0"/>
                  </a:lnTo>
                  <a:lnTo>
                    <a:pt x="566078" y="67474"/>
                  </a:lnTo>
                  <a:lnTo>
                    <a:pt x="566078" y="1149098"/>
                  </a:lnTo>
                  <a:lnTo>
                    <a:pt x="498605" y="1216571"/>
                  </a:lnTo>
                  <a:lnTo>
                    <a:pt x="0" y="1216571"/>
                  </a:lnTo>
                  <a:lnTo>
                    <a:pt x="37680" y="1179183"/>
                  </a:lnTo>
                  <a:lnTo>
                    <a:pt x="385564" y="1179183"/>
                  </a:lnTo>
                  <a:lnTo>
                    <a:pt x="527814" y="1036933"/>
                  </a:lnTo>
                  <a:lnTo>
                    <a:pt x="527814" y="680871"/>
                  </a:lnTo>
                  <a:lnTo>
                    <a:pt x="486921" y="639978"/>
                  </a:lnTo>
                  <a:lnTo>
                    <a:pt x="529274" y="597624"/>
                  </a:lnTo>
                  <a:lnTo>
                    <a:pt x="529274" y="170291"/>
                  </a:lnTo>
                  <a:lnTo>
                    <a:pt x="396079" y="37096"/>
                  </a:lnTo>
                  <a:lnTo>
                    <a:pt x="271355" y="37096"/>
                  </a:lnTo>
                  <a:lnTo>
                    <a:pt x="234260" y="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2921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7" name="标题 1"/>
            <p:cNvSpPr txBox="1"/>
            <p:nvPr/>
          </p:nvSpPr>
          <p:spPr>
            <a:xfrm>
              <a:off x="660400" y="5108551"/>
              <a:ext cx="193784" cy="516341"/>
            </a:xfrm>
            <a:custGeom>
              <a:avLst/>
              <a:gdLst>
                <a:gd name="connsiteX0" fmla="*/ 323348 w 566077"/>
                <a:gd name="connsiteY0" fmla="*/ 0 h 1216571"/>
                <a:gd name="connsiteX1" fmla="*/ 67474 w 566077"/>
                <a:gd name="connsiteY1" fmla="*/ 0 h 1216571"/>
                <a:gd name="connsiteX2" fmla="*/ 0 w 566077"/>
                <a:gd name="connsiteY2" fmla="*/ 67474 h 1216571"/>
                <a:gd name="connsiteX3" fmla="*/ 0 w 566077"/>
                <a:gd name="connsiteY3" fmla="*/ 1149098 h 1216571"/>
                <a:gd name="connsiteX4" fmla="*/ 67474 w 566077"/>
                <a:gd name="connsiteY4" fmla="*/ 1216571 h 1216571"/>
                <a:gd name="connsiteX5" fmla="*/ 566078 w 566077"/>
                <a:gd name="connsiteY5" fmla="*/ 1216571 h 1216571"/>
                <a:gd name="connsiteX6" fmla="*/ 528690 w 566077"/>
                <a:gd name="connsiteY6" fmla="*/ 1179183 h 1216571"/>
                <a:gd name="connsiteX7" fmla="*/ 180514 w 566077"/>
                <a:gd name="connsiteY7" fmla="*/ 1179183 h 1216571"/>
                <a:gd name="connsiteX8" fmla="*/ 38264 w 566077"/>
                <a:gd name="connsiteY8" fmla="*/ 1036933 h 1216571"/>
                <a:gd name="connsiteX9" fmla="*/ 38264 w 566077"/>
                <a:gd name="connsiteY9" fmla="*/ 680871 h 1216571"/>
                <a:gd name="connsiteX10" fmla="*/ 79450 w 566077"/>
                <a:gd name="connsiteY10" fmla="*/ 639978 h 1216571"/>
                <a:gd name="connsiteX11" fmla="*/ 37096 w 566077"/>
                <a:gd name="connsiteY11" fmla="*/ 597624 h 1216571"/>
                <a:gd name="connsiteX12" fmla="*/ 37096 w 566077"/>
                <a:gd name="connsiteY12" fmla="*/ 170291 h 1216571"/>
                <a:gd name="connsiteX13" fmla="*/ 169999 w 566077"/>
                <a:gd name="connsiteY13" fmla="*/ 37096 h 1216571"/>
                <a:gd name="connsiteX14" fmla="*/ 295015 w 566077"/>
                <a:gd name="connsiteY14" fmla="*/ 37096 h 1216571"/>
                <a:gd name="connsiteX15" fmla="*/ 332111 w 566077"/>
                <a:gd name="connsiteY15" fmla="*/ 0 h 1216571"/>
              </a:gdLst>
              <a:ahLst/>
              <a:cxnLst/>
              <a:rect l="l" t="t" r="r" b="b"/>
              <a:pathLst>
                <a:path w="566077" h="1216571">
                  <a:moveTo>
                    <a:pt x="323348" y="0"/>
                  </a:moveTo>
                  <a:lnTo>
                    <a:pt x="67474" y="0"/>
                  </a:lnTo>
                  <a:lnTo>
                    <a:pt x="0" y="67474"/>
                  </a:lnTo>
                  <a:lnTo>
                    <a:pt x="0" y="1149098"/>
                  </a:lnTo>
                  <a:lnTo>
                    <a:pt x="67474" y="1216571"/>
                  </a:lnTo>
                  <a:lnTo>
                    <a:pt x="566078" y="1216571"/>
                  </a:lnTo>
                  <a:lnTo>
                    <a:pt x="528690" y="1179183"/>
                  </a:lnTo>
                  <a:lnTo>
                    <a:pt x="180514" y="1179183"/>
                  </a:lnTo>
                  <a:lnTo>
                    <a:pt x="38264" y="1036933"/>
                  </a:lnTo>
                  <a:lnTo>
                    <a:pt x="38264" y="680871"/>
                  </a:lnTo>
                  <a:lnTo>
                    <a:pt x="79450" y="639978"/>
                  </a:lnTo>
                  <a:lnTo>
                    <a:pt x="37096" y="597624"/>
                  </a:lnTo>
                  <a:lnTo>
                    <a:pt x="37096" y="170291"/>
                  </a:lnTo>
                  <a:lnTo>
                    <a:pt x="169999" y="37096"/>
                  </a:lnTo>
                  <a:lnTo>
                    <a:pt x="295015" y="37096"/>
                  </a:lnTo>
                  <a:lnTo>
                    <a:pt x="332111" y="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2921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8" name="标题 1"/>
          <p:cNvSpPr txBox="1"/>
          <p:nvPr/>
        </p:nvSpPr>
        <p:spPr>
          <a:xfrm>
            <a:off x="650235" y="2630419"/>
            <a:ext cx="5902400" cy="197461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4000" dirty="0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OPPOSans H"/>
              </a:rPr>
              <a:t>鲜芋仙DFW分店</a:t>
            </a:r>
            <a:r>
              <a:rPr kumimoji="1" lang="zh-CN" altLang="en-US" sz="4000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OPPOSans H"/>
              </a:rPr>
              <a:t>结合</a:t>
            </a:r>
            <a:r>
              <a:rPr kumimoji="1" lang="en-US" altLang="zh-CN" sz="4000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OPPOSans H"/>
              </a:rPr>
              <a:t>AI</a:t>
            </a:r>
          </a:p>
          <a:p>
            <a:pPr algn="l">
              <a:lnSpc>
                <a:spcPct val="130000"/>
              </a:lnSpc>
            </a:pPr>
            <a:r>
              <a:rPr kumimoji="1" lang="zh-CN" altLang="en-US" sz="4000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OPPOSans H"/>
              </a:rPr>
              <a:t>助手的</a:t>
            </a:r>
            <a:r>
              <a:rPr kumimoji="1" lang="en-US" altLang="zh-CN" sz="4000" dirty="0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OPPOSans H"/>
              </a:rPr>
              <a:t>KOC推广方案</a:t>
            </a:r>
            <a:endParaRPr kumimoji="1" lang="zh-CN" altLang="en-US" sz="1600" dirty="0"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650235" y="612944"/>
            <a:ext cx="802640" cy="415756"/>
            <a:chOff x="650235" y="612944"/>
            <a:chExt cx="802640" cy="415756"/>
          </a:xfrm>
        </p:grpSpPr>
        <p:sp>
          <p:nvSpPr>
            <p:cNvPr id="10" name="标题 1"/>
            <p:cNvSpPr txBox="1"/>
            <p:nvPr/>
          </p:nvSpPr>
          <p:spPr>
            <a:xfrm>
              <a:off x="1120731" y="612944"/>
              <a:ext cx="332144" cy="415756"/>
            </a:xfrm>
            <a:prstGeom prst="chevron">
              <a:avLst>
                <a:gd name="adj" fmla="val 56867"/>
              </a:avLst>
            </a:prstGeom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1" name="标题 1"/>
            <p:cNvSpPr txBox="1"/>
            <p:nvPr/>
          </p:nvSpPr>
          <p:spPr>
            <a:xfrm>
              <a:off x="885483" y="612944"/>
              <a:ext cx="332144" cy="415756"/>
            </a:xfrm>
            <a:prstGeom prst="chevron">
              <a:avLst>
                <a:gd name="adj" fmla="val 56867"/>
              </a:avLst>
            </a:prstGeom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00000"/>
                </a:lnSpc>
              </a:pPr>
              <a:endParaRPr kumimoji="1" lang="zh-CN" altLang="en-US"/>
            </a:p>
          </p:txBody>
        </p:sp>
        <p:sp>
          <p:nvSpPr>
            <p:cNvPr id="12" name="标题 1"/>
            <p:cNvSpPr txBox="1"/>
            <p:nvPr/>
          </p:nvSpPr>
          <p:spPr>
            <a:xfrm>
              <a:off x="650235" y="612944"/>
              <a:ext cx="332144" cy="415756"/>
            </a:xfrm>
            <a:prstGeom prst="chevron">
              <a:avLst>
                <a:gd name="adj" fmla="val 56867"/>
              </a:avLst>
            </a:prstGeom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13" name="标题 1"/>
          <p:cNvSpPr txBox="1"/>
          <p:nvPr/>
        </p:nvSpPr>
        <p:spPr>
          <a:xfrm>
            <a:off x="1217627" y="6027422"/>
            <a:ext cx="3553775" cy="106616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69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166072" y="6303984"/>
            <a:ext cx="3553775" cy="3331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69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5" name="Group 14"/>
          <p:cNvGrpSpPr/>
          <p:nvPr/>
        </p:nvGrpSpPr>
        <p:grpSpPr>
          <a:xfrm>
            <a:off x="2825762" y="5108427"/>
            <a:ext cx="1945640" cy="516465"/>
            <a:chOff x="2825762" y="5108427"/>
            <a:chExt cx="1945640" cy="516465"/>
          </a:xfrm>
        </p:grpSpPr>
        <p:sp>
          <p:nvSpPr>
            <p:cNvPr id="16" name="标题 1"/>
            <p:cNvSpPr txBox="1"/>
            <p:nvPr/>
          </p:nvSpPr>
          <p:spPr>
            <a:xfrm>
              <a:off x="2825862" y="5108427"/>
              <a:ext cx="1943940" cy="516465"/>
            </a:xfrm>
            <a:custGeom>
              <a:avLst/>
              <a:gdLst>
                <a:gd name="connsiteX0" fmla="*/ 5564389 w 5678597"/>
                <a:gd name="connsiteY0" fmla="*/ 1216863 h 1216863"/>
                <a:gd name="connsiteX1" fmla="*/ 113917 w 5678597"/>
                <a:gd name="connsiteY1" fmla="*/ 1216863 h 1216863"/>
                <a:gd name="connsiteX2" fmla="*/ 0 w 5678597"/>
                <a:gd name="connsiteY2" fmla="*/ 1102947 h 1216863"/>
                <a:gd name="connsiteX3" fmla="*/ 0 w 5678597"/>
                <a:gd name="connsiteY3" fmla="*/ 113917 h 1216863"/>
                <a:gd name="connsiteX4" fmla="*/ 113917 w 5678597"/>
                <a:gd name="connsiteY4" fmla="*/ 0 h 1216863"/>
                <a:gd name="connsiteX5" fmla="*/ 5564682 w 5678597"/>
                <a:gd name="connsiteY5" fmla="*/ 0 h 1216863"/>
                <a:gd name="connsiteX6" fmla="*/ 5678598 w 5678597"/>
                <a:gd name="connsiteY6" fmla="*/ 113917 h 1216863"/>
                <a:gd name="connsiteX7" fmla="*/ 5678598 w 5678597"/>
                <a:gd name="connsiteY7" fmla="*/ 1102655 h 1216863"/>
                <a:gd name="connsiteX8" fmla="*/ 5564389 w 5678597"/>
                <a:gd name="connsiteY8" fmla="*/ 1216863 h 1216863"/>
              </a:gdLst>
              <a:ahLst/>
              <a:cxnLst/>
              <a:rect l="l" t="t" r="r" b="b"/>
              <a:pathLst>
                <a:path w="5678597" h="1216863">
                  <a:moveTo>
                    <a:pt x="5564389" y="1216863"/>
                  </a:moveTo>
                  <a:lnTo>
                    <a:pt x="113917" y="1216863"/>
                  </a:lnTo>
                  <a:cubicBezTo>
                    <a:pt x="69518" y="1172465"/>
                    <a:pt x="44398" y="1147345"/>
                    <a:pt x="0" y="1102947"/>
                  </a:cubicBezTo>
                  <a:lnTo>
                    <a:pt x="0" y="113917"/>
                  </a:lnTo>
                  <a:cubicBezTo>
                    <a:pt x="44398" y="69518"/>
                    <a:pt x="69518" y="44398"/>
                    <a:pt x="113917" y="0"/>
                  </a:cubicBezTo>
                  <a:lnTo>
                    <a:pt x="5564682" y="0"/>
                  </a:lnTo>
                  <a:cubicBezTo>
                    <a:pt x="5609080" y="44398"/>
                    <a:pt x="5634200" y="69518"/>
                    <a:pt x="5678598" y="113917"/>
                  </a:cubicBezTo>
                  <a:lnTo>
                    <a:pt x="5678598" y="1102655"/>
                  </a:lnTo>
                  <a:cubicBezTo>
                    <a:pt x="5633908" y="1147345"/>
                    <a:pt x="5609080" y="1172465"/>
                    <a:pt x="5564389" y="1216863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  <a:alpha val="21000"/>
              </a:schemeClr>
            </a:solidFill>
            <a:ln w="2921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>
              <a:off x="4577618" y="5108551"/>
              <a:ext cx="193784" cy="516341"/>
            </a:xfrm>
            <a:custGeom>
              <a:avLst/>
              <a:gdLst>
                <a:gd name="connsiteX0" fmla="*/ 243022 w 566078"/>
                <a:gd name="connsiteY0" fmla="*/ 0 h 1216571"/>
                <a:gd name="connsiteX1" fmla="*/ 498605 w 566078"/>
                <a:gd name="connsiteY1" fmla="*/ 0 h 1216571"/>
                <a:gd name="connsiteX2" fmla="*/ 566078 w 566078"/>
                <a:gd name="connsiteY2" fmla="*/ 67474 h 1216571"/>
                <a:gd name="connsiteX3" fmla="*/ 566078 w 566078"/>
                <a:gd name="connsiteY3" fmla="*/ 1149098 h 1216571"/>
                <a:gd name="connsiteX4" fmla="*/ 498605 w 566078"/>
                <a:gd name="connsiteY4" fmla="*/ 1216571 h 1216571"/>
                <a:gd name="connsiteX5" fmla="*/ 0 w 566078"/>
                <a:gd name="connsiteY5" fmla="*/ 1216571 h 1216571"/>
                <a:gd name="connsiteX6" fmla="*/ 37680 w 566078"/>
                <a:gd name="connsiteY6" fmla="*/ 1179183 h 1216571"/>
                <a:gd name="connsiteX7" fmla="*/ 385564 w 566078"/>
                <a:gd name="connsiteY7" fmla="*/ 1179183 h 1216571"/>
                <a:gd name="connsiteX8" fmla="*/ 527814 w 566078"/>
                <a:gd name="connsiteY8" fmla="*/ 1036933 h 1216571"/>
                <a:gd name="connsiteX9" fmla="*/ 527814 w 566078"/>
                <a:gd name="connsiteY9" fmla="*/ 680871 h 1216571"/>
                <a:gd name="connsiteX10" fmla="*/ 486921 w 566078"/>
                <a:gd name="connsiteY10" fmla="*/ 639978 h 1216571"/>
                <a:gd name="connsiteX11" fmla="*/ 529274 w 566078"/>
                <a:gd name="connsiteY11" fmla="*/ 597624 h 1216571"/>
                <a:gd name="connsiteX12" fmla="*/ 529274 w 566078"/>
                <a:gd name="connsiteY12" fmla="*/ 170291 h 1216571"/>
                <a:gd name="connsiteX13" fmla="*/ 396079 w 566078"/>
                <a:gd name="connsiteY13" fmla="*/ 37096 h 1216571"/>
                <a:gd name="connsiteX14" fmla="*/ 271355 w 566078"/>
                <a:gd name="connsiteY14" fmla="*/ 37096 h 1216571"/>
                <a:gd name="connsiteX15" fmla="*/ 234260 w 566078"/>
                <a:gd name="connsiteY15" fmla="*/ 0 h 1216571"/>
              </a:gdLst>
              <a:ahLst/>
              <a:cxnLst/>
              <a:rect l="l" t="t" r="r" b="b"/>
              <a:pathLst>
                <a:path w="566078" h="1216571">
                  <a:moveTo>
                    <a:pt x="243022" y="0"/>
                  </a:moveTo>
                  <a:lnTo>
                    <a:pt x="498605" y="0"/>
                  </a:lnTo>
                  <a:lnTo>
                    <a:pt x="566078" y="67474"/>
                  </a:lnTo>
                  <a:lnTo>
                    <a:pt x="566078" y="1149098"/>
                  </a:lnTo>
                  <a:lnTo>
                    <a:pt x="498605" y="1216571"/>
                  </a:lnTo>
                  <a:lnTo>
                    <a:pt x="0" y="1216571"/>
                  </a:lnTo>
                  <a:lnTo>
                    <a:pt x="37680" y="1179183"/>
                  </a:lnTo>
                  <a:lnTo>
                    <a:pt x="385564" y="1179183"/>
                  </a:lnTo>
                  <a:lnTo>
                    <a:pt x="527814" y="1036933"/>
                  </a:lnTo>
                  <a:lnTo>
                    <a:pt x="527814" y="680871"/>
                  </a:lnTo>
                  <a:lnTo>
                    <a:pt x="486921" y="639978"/>
                  </a:lnTo>
                  <a:lnTo>
                    <a:pt x="529274" y="597624"/>
                  </a:lnTo>
                  <a:lnTo>
                    <a:pt x="529274" y="170291"/>
                  </a:lnTo>
                  <a:lnTo>
                    <a:pt x="396079" y="37096"/>
                  </a:lnTo>
                  <a:lnTo>
                    <a:pt x="271355" y="37096"/>
                  </a:lnTo>
                  <a:lnTo>
                    <a:pt x="234260" y="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2921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>
              <a:off x="2825762" y="5108551"/>
              <a:ext cx="193784" cy="516341"/>
            </a:xfrm>
            <a:custGeom>
              <a:avLst/>
              <a:gdLst>
                <a:gd name="connsiteX0" fmla="*/ 323348 w 566077"/>
                <a:gd name="connsiteY0" fmla="*/ 0 h 1216571"/>
                <a:gd name="connsiteX1" fmla="*/ 67474 w 566077"/>
                <a:gd name="connsiteY1" fmla="*/ 0 h 1216571"/>
                <a:gd name="connsiteX2" fmla="*/ 0 w 566077"/>
                <a:gd name="connsiteY2" fmla="*/ 67474 h 1216571"/>
                <a:gd name="connsiteX3" fmla="*/ 0 w 566077"/>
                <a:gd name="connsiteY3" fmla="*/ 1149098 h 1216571"/>
                <a:gd name="connsiteX4" fmla="*/ 67474 w 566077"/>
                <a:gd name="connsiteY4" fmla="*/ 1216571 h 1216571"/>
                <a:gd name="connsiteX5" fmla="*/ 566078 w 566077"/>
                <a:gd name="connsiteY5" fmla="*/ 1216571 h 1216571"/>
                <a:gd name="connsiteX6" fmla="*/ 528690 w 566077"/>
                <a:gd name="connsiteY6" fmla="*/ 1179183 h 1216571"/>
                <a:gd name="connsiteX7" fmla="*/ 180514 w 566077"/>
                <a:gd name="connsiteY7" fmla="*/ 1179183 h 1216571"/>
                <a:gd name="connsiteX8" fmla="*/ 38264 w 566077"/>
                <a:gd name="connsiteY8" fmla="*/ 1036933 h 1216571"/>
                <a:gd name="connsiteX9" fmla="*/ 38264 w 566077"/>
                <a:gd name="connsiteY9" fmla="*/ 680871 h 1216571"/>
                <a:gd name="connsiteX10" fmla="*/ 79450 w 566077"/>
                <a:gd name="connsiteY10" fmla="*/ 639978 h 1216571"/>
                <a:gd name="connsiteX11" fmla="*/ 37096 w 566077"/>
                <a:gd name="connsiteY11" fmla="*/ 597624 h 1216571"/>
                <a:gd name="connsiteX12" fmla="*/ 37096 w 566077"/>
                <a:gd name="connsiteY12" fmla="*/ 170291 h 1216571"/>
                <a:gd name="connsiteX13" fmla="*/ 169999 w 566077"/>
                <a:gd name="connsiteY13" fmla="*/ 37096 h 1216571"/>
                <a:gd name="connsiteX14" fmla="*/ 295015 w 566077"/>
                <a:gd name="connsiteY14" fmla="*/ 37096 h 1216571"/>
                <a:gd name="connsiteX15" fmla="*/ 332111 w 566077"/>
                <a:gd name="connsiteY15" fmla="*/ 0 h 1216571"/>
              </a:gdLst>
              <a:ahLst/>
              <a:cxnLst/>
              <a:rect l="l" t="t" r="r" b="b"/>
              <a:pathLst>
                <a:path w="566077" h="1216571">
                  <a:moveTo>
                    <a:pt x="323348" y="0"/>
                  </a:moveTo>
                  <a:lnTo>
                    <a:pt x="67474" y="0"/>
                  </a:lnTo>
                  <a:lnTo>
                    <a:pt x="0" y="67474"/>
                  </a:lnTo>
                  <a:lnTo>
                    <a:pt x="0" y="1149098"/>
                  </a:lnTo>
                  <a:lnTo>
                    <a:pt x="67474" y="1216571"/>
                  </a:lnTo>
                  <a:lnTo>
                    <a:pt x="566078" y="1216571"/>
                  </a:lnTo>
                  <a:lnTo>
                    <a:pt x="528690" y="1179183"/>
                  </a:lnTo>
                  <a:lnTo>
                    <a:pt x="180514" y="1179183"/>
                  </a:lnTo>
                  <a:lnTo>
                    <a:pt x="38264" y="1036933"/>
                  </a:lnTo>
                  <a:lnTo>
                    <a:pt x="38264" y="680871"/>
                  </a:lnTo>
                  <a:lnTo>
                    <a:pt x="79450" y="639978"/>
                  </a:lnTo>
                  <a:lnTo>
                    <a:pt x="37096" y="597624"/>
                  </a:lnTo>
                  <a:lnTo>
                    <a:pt x="37096" y="170291"/>
                  </a:lnTo>
                  <a:lnTo>
                    <a:pt x="169999" y="37096"/>
                  </a:lnTo>
                  <a:lnTo>
                    <a:pt x="295015" y="37096"/>
                  </a:lnTo>
                  <a:lnTo>
                    <a:pt x="332111" y="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2921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19" name="标题 1"/>
          <p:cNvSpPr txBox="1"/>
          <p:nvPr/>
        </p:nvSpPr>
        <p:spPr>
          <a:xfrm>
            <a:off x="2237423" y="1915578"/>
            <a:ext cx="3553775" cy="106616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69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1185868" y="2192140"/>
            <a:ext cx="3553775" cy="3331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69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650235" y="1637416"/>
            <a:ext cx="2799080" cy="61555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4000">
                <a:ln w="12700">
                  <a:solidFill>
                    <a:srgbClr val="CCDFFE">
                      <a:alpha val="100000"/>
                    </a:srgbClr>
                  </a:solidFill>
                </a:ln>
                <a:noFill/>
                <a:latin typeface="OPPOSans H"/>
                <a:ea typeface="OPPOSans H"/>
                <a:cs typeface="OPPOSans H"/>
              </a:rPr>
              <a:t>2025</a:t>
            </a: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754380" y="5198067"/>
            <a:ext cx="1757680" cy="33718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1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汇报人：刘笑寒</a:t>
            </a: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2919742" y="5198067"/>
            <a:ext cx="1757680" cy="33718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1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2025.4</a:t>
            </a:r>
            <a:endParaRPr kumimoji="1" lang="zh-CN" altLang="en-US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>
            <a:alphaModFix/>
          </a:blip>
          <a:srcRect t="1905"/>
          <a:stretch>
            <a:fillRect/>
          </a:stretch>
        </p:blipFill>
        <p:spPr>
          <a:xfrm>
            <a:off x="10071100" y="-17780"/>
            <a:ext cx="1066800" cy="104648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4">
            <a:alphaModFix/>
          </a:blip>
          <a:srcRect/>
          <a:stretch>
            <a:fillRect/>
          </a:stretch>
        </p:blipFill>
        <p:spPr>
          <a:xfrm>
            <a:off x="11137900" y="-25400"/>
            <a:ext cx="1054100" cy="1054100"/>
          </a:xfrm>
          <a:prstGeom prst="rect">
            <a:avLst/>
          </a:prstGeom>
        </p:spPr>
      </p:pic>
      <p:pic>
        <p:nvPicPr>
          <p:cNvPr id="26" name="Picture 25" descr="A screenshot of a social media post">
            <a:extLst>
              <a:ext uri="{FF2B5EF4-FFF2-40B4-BE49-F238E27FC236}">
                <a16:creationId xmlns:a16="http://schemas.microsoft.com/office/drawing/2014/main" id="{A48FE42A-562E-0997-7DAA-605EAF3A947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635" y="2580887"/>
            <a:ext cx="5300304" cy="3695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154961" y="190500"/>
            <a:ext cx="11882079" cy="6477000"/>
          </a:xfrm>
          <a:custGeom>
            <a:avLst/>
            <a:gdLst>
              <a:gd name="connsiteX0" fmla="*/ 0 w 11882079"/>
              <a:gd name="connsiteY0" fmla="*/ 0 h 6477000"/>
              <a:gd name="connsiteX1" fmla="*/ 11882079 w 11882079"/>
              <a:gd name="connsiteY1" fmla="*/ 0 h 6477000"/>
              <a:gd name="connsiteX2" fmla="*/ 11882079 w 11882079"/>
              <a:gd name="connsiteY2" fmla="*/ 6477000 h 6477000"/>
              <a:gd name="connsiteX3" fmla="*/ 0 w 11882079"/>
              <a:gd name="connsiteY3" fmla="*/ 6477000 h 6477000"/>
              <a:gd name="connsiteX4" fmla="*/ 0 w 11882079"/>
              <a:gd name="connsiteY4" fmla="*/ 0 h 6477000"/>
              <a:gd name="connsiteX0-1" fmla="*/ 154961 w 12037040"/>
              <a:gd name="connsiteY0-2" fmla="*/ 190500 h 6667500"/>
              <a:gd name="connsiteX1-3" fmla="*/ 0 w 12037040"/>
              <a:gd name="connsiteY1-4" fmla="*/ 0 h 6667500"/>
              <a:gd name="connsiteX2-5" fmla="*/ 12037040 w 12037040"/>
              <a:gd name="connsiteY2-6" fmla="*/ 190500 h 6667500"/>
              <a:gd name="connsiteX3-7" fmla="*/ 12037040 w 12037040"/>
              <a:gd name="connsiteY3-8" fmla="*/ 6667500 h 6667500"/>
              <a:gd name="connsiteX4-9" fmla="*/ 154961 w 12037040"/>
              <a:gd name="connsiteY4-10" fmla="*/ 6667500 h 6667500"/>
              <a:gd name="connsiteX5" fmla="*/ 154961 w 12037040"/>
              <a:gd name="connsiteY5" fmla="*/ 190500 h 6667500"/>
              <a:gd name="connsiteX0-11" fmla="*/ 0 w 11882079"/>
              <a:gd name="connsiteY0-12" fmla="*/ 0 h 6477000"/>
              <a:gd name="connsiteX1-13" fmla="*/ 11882079 w 11882079"/>
              <a:gd name="connsiteY1-14" fmla="*/ 0 h 6477000"/>
              <a:gd name="connsiteX2-15" fmla="*/ 11882079 w 11882079"/>
              <a:gd name="connsiteY2-16" fmla="*/ 6477000 h 6477000"/>
              <a:gd name="connsiteX3-17" fmla="*/ 0 w 11882079"/>
              <a:gd name="connsiteY3-18" fmla="*/ 6477000 h 6477000"/>
              <a:gd name="connsiteX4-19" fmla="*/ 0 w 11882079"/>
              <a:gd name="connsiteY4-20" fmla="*/ 0 h 6477000"/>
            </a:gdLst>
            <a:ahLst/>
            <a:cxnLst/>
            <a:rect l="l" t="t" r="r" b="b"/>
            <a:pathLst>
              <a:path w="11882079" h="6477000">
                <a:moveTo>
                  <a:pt x="0" y="0"/>
                </a:moveTo>
                <a:lnTo>
                  <a:pt x="11882079" y="0"/>
                </a:lnTo>
                <a:lnTo>
                  <a:pt x="11882079" y="6477000"/>
                </a:lnTo>
                <a:lnTo>
                  <a:pt x="0" y="6477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25400" cap="flat">
            <a:solidFill>
              <a:schemeClr val="accent1">
                <a:lumMod val="20000"/>
                <a:lumOff val="80000"/>
              </a:schemeClr>
            </a:solidFill>
            <a:miter/>
          </a:ln>
          <a:effectLst>
            <a:outerShdw blurRad="101600" algn="ctr" rotWithShape="0">
              <a:schemeClr val="accent1">
                <a:alpha val="24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319315" y="361950"/>
            <a:ext cx="11553372" cy="6496050"/>
          </a:xfrm>
          <a:prstGeom prst="rect">
            <a:avLst/>
          </a:prstGeom>
          <a:noFill/>
          <a:ln w="25400" cap="flat">
            <a:solidFill>
              <a:schemeClr val="accent1">
                <a:alpha val="50000"/>
              </a:schemeClr>
            </a:solidFill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1236569">
            <a:off x="9517405" y="2330712"/>
            <a:ext cx="3273880" cy="5272192"/>
          </a:xfrm>
          <a:custGeom>
            <a:avLst/>
            <a:gdLst>
              <a:gd name="connsiteX0" fmla="*/ 1754204 w 3273880"/>
              <a:gd name="connsiteY0" fmla="*/ 0 h 5272192"/>
              <a:gd name="connsiteX1" fmla="*/ 3273880 w 3273880"/>
              <a:gd name="connsiteY1" fmla="*/ 4041003 h 5272192"/>
              <a:gd name="connsiteX2" fmla="*/ 0 w 3273880"/>
              <a:gd name="connsiteY2" fmla="*/ 5272192 h 5272192"/>
              <a:gd name="connsiteX3" fmla="*/ 134042 w 3273880"/>
              <a:gd name="connsiteY3" fmla="*/ 5124204 h 5272192"/>
              <a:gd name="connsiteX4" fmla="*/ 1810720 w 3273880"/>
              <a:gd name="connsiteY4" fmla="*/ 440812 h 5272192"/>
            </a:gdLst>
            <a:ahLst/>
            <a:cxnLst/>
            <a:rect l="l" t="t" r="r" b="b"/>
            <a:pathLst>
              <a:path w="3273880" h="5272192">
                <a:moveTo>
                  <a:pt x="1754204" y="0"/>
                </a:moveTo>
                <a:lnTo>
                  <a:pt x="3273880" y="4041003"/>
                </a:lnTo>
                <a:lnTo>
                  <a:pt x="0" y="5272192"/>
                </a:lnTo>
                <a:lnTo>
                  <a:pt x="134042" y="5124204"/>
                </a:lnTo>
                <a:cubicBezTo>
                  <a:pt x="1316738" y="3728291"/>
                  <a:pt x="1940377" y="2052309"/>
                  <a:pt x="1810720" y="44081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9525" cap="flat">
            <a:solidFill>
              <a:schemeClr val="bg1"/>
            </a:solidFill>
            <a:miter/>
          </a:ln>
          <a:effectLst>
            <a:outerShdw blurRad="152400" dist="76200" dir="10800000" algn="r" rotWithShape="0">
              <a:schemeClr val="accent1">
                <a:lumMod val="75000"/>
                <a:alpha val="26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20363431" flipH="1">
            <a:off x="-599284" y="2330714"/>
            <a:ext cx="3273880" cy="5272191"/>
          </a:xfrm>
          <a:custGeom>
            <a:avLst/>
            <a:gdLst>
              <a:gd name="connsiteX0" fmla="*/ 1754204 w 3273880"/>
              <a:gd name="connsiteY0" fmla="*/ 0 h 5272191"/>
              <a:gd name="connsiteX1" fmla="*/ 1810720 w 3273880"/>
              <a:gd name="connsiteY1" fmla="*/ 440812 h 5272191"/>
              <a:gd name="connsiteX2" fmla="*/ 134042 w 3273880"/>
              <a:gd name="connsiteY2" fmla="*/ 5124203 h 5272191"/>
              <a:gd name="connsiteX3" fmla="*/ 0 w 3273880"/>
              <a:gd name="connsiteY3" fmla="*/ 5272191 h 5272191"/>
              <a:gd name="connsiteX4" fmla="*/ 3273880 w 3273880"/>
              <a:gd name="connsiteY4" fmla="*/ 4041002 h 5272191"/>
            </a:gdLst>
            <a:ahLst/>
            <a:cxnLst/>
            <a:rect l="l" t="t" r="r" b="b"/>
            <a:pathLst>
              <a:path w="3273880" h="5272191">
                <a:moveTo>
                  <a:pt x="1754204" y="0"/>
                </a:moveTo>
                <a:lnTo>
                  <a:pt x="1810720" y="440812"/>
                </a:lnTo>
                <a:cubicBezTo>
                  <a:pt x="1940377" y="2052308"/>
                  <a:pt x="1316738" y="3728290"/>
                  <a:pt x="134042" y="5124203"/>
                </a:cubicBezTo>
                <a:lnTo>
                  <a:pt x="0" y="5272191"/>
                </a:lnTo>
                <a:lnTo>
                  <a:pt x="3273880" y="4041002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9525" cap="flat">
            <a:solidFill>
              <a:schemeClr val="bg1"/>
            </a:solidFill>
            <a:miter/>
          </a:ln>
          <a:effectLst>
            <a:outerShdw blurRad="152400" dist="76200" dir="10800000" algn="r" rotWithShape="0">
              <a:schemeClr val="accent1">
                <a:lumMod val="75000"/>
                <a:alpha val="26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899668" y="2804640"/>
            <a:ext cx="2367316" cy="3101341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12700" cap="flat">
            <a:solidFill>
              <a:schemeClr val="accent1"/>
            </a:solidFill>
            <a:miter/>
          </a:ln>
          <a:effectLst>
            <a:outerShdw blurRad="114300" dist="76200" dir="5400000" algn="t" rotWithShape="0">
              <a:schemeClr val="accent2">
                <a:lumMod val="75000"/>
                <a:alpha val="18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3574784" y="2804640"/>
            <a:ext cx="2367316" cy="3101341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12700" cap="flat">
            <a:solidFill>
              <a:schemeClr val="accent1"/>
            </a:solidFill>
            <a:miter/>
          </a:ln>
          <a:effectLst>
            <a:outerShdw blurRad="114300" dist="76200" dir="5400000" algn="t" rotWithShape="0">
              <a:schemeClr val="accent2">
                <a:lumMod val="75000"/>
                <a:alpha val="18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6249900" y="2804640"/>
            <a:ext cx="2367316" cy="3101341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12700" cap="flat">
            <a:solidFill>
              <a:schemeClr val="accent1"/>
            </a:solidFill>
            <a:miter/>
          </a:ln>
          <a:effectLst>
            <a:outerShdw blurRad="114300" dist="76200" dir="5400000" algn="t" rotWithShape="0">
              <a:schemeClr val="accent2">
                <a:lumMod val="75000"/>
                <a:alpha val="18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8925016" y="2804640"/>
            <a:ext cx="2367316" cy="3101341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12700" cap="flat">
            <a:solidFill>
              <a:schemeClr val="accent1"/>
            </a:solidFill>
            <a:miter/>
          </a:ln>
          <a:effectLst>
            <a:outerShdw blurRad="114300" dist="76200" dir="5400000" algn="t" rotWithShape="0">
              <a:schemeClr val="accent2">
                <a:lumMod val="75000"/>
                <a:alpha val="18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2223277">
            <a:off x="8666528" y="3136127"/>
            <a:ext cx="3808960" cy="5416352"/>
          </a:xfrm>
          <a:custGeom>
            <a:avLst/>
            <a:gdLst>
              <a:gd name="connsiteX0" fmla="*/ 1890834 w 3808960"/>
              <a:gd name="connsiteY0" fmla="*/ 0 h 5416352"/>
              <a:gd name="connsiteX1" fmla="*/ 3808960 w 3808960"/>
              <a:gd name="connsiteY1" fmla="*/ 2540398 h 5416352"/>
              <a:gd name="connsiteX2" fmla="*/ 0 w 3808960"/>
              <a:gd name="connsiteY2" fmla="*/ 5416352 h 5416352"/>
              <a:gd name="connsiteX3" fmla="*/ 75068 w 3808960"/>
              <a:gd name="connsiteY3" fmla="*/ 5338323 h 5416352"/>
              <a:gd name="connsiteX4" fmla="*/ 1898601 w 3808960"/>
              <a:gd name="connsiteY4" fmla="*/ 33235 h 5416352"/>
            </a:gdLst>
            <a:ahLst/>
            <a:cxnLst/>
            <a:rect l="l" t="t" r="r" b="b"/>
            <a:pathLst>
              <a:path w="3808960" h="5416352">
                <a:moveTo>
                  <a:pt x="1890834" y="0"/>
                </a:moveTo>
                <a:lnTo>
                  <a:pt x="3808960" y="2540398"/>
                </a:lnTo>
                <a:lnTo>
                  <a:pt x="0" y="5416352"/>
                </a:lnTo>
                <a:lnTo>
                  <a:pt x="75068" y="5338323"/>
                </a:lnTo>
                <a:cubicBezTo>
                  <a:pt x="1520277" y="3785746"/>
                  <a:pt x="2228071" y="1844879"/>
                  <a:pt x="1898601" y="33235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miter/>
          </a:ln>
          <a:effectLst>
            <a:outerShdw blurRad="457200" dist="38100" dir="10800000" algn="r" rotWithShape="0">
              <a:schemeClr val="accent1">
                <a:lumMod val="50000"/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9376723" flipH="1">
            <a:off x="-208809" y="3495154"/>
            <a:ext cx="3628595" cy="4956558"/>
          </a:xfrm>
          <a:custGeom>
            <a:avLst/>
            <a:gdLst>
              <a:gd name="connsiteX0" fmla="*/ 1954809 w 3628595"/>
              <a:gd name="connsiteY0" fmla="*/ 0 h 4956558"/>
              <a:gd name="connsiteX1" fmla="*/ 1961218 w 3628595"/>
              <a:gd name="connsiteY1" fmla="*/ 48634 h 4956558"/>
              <a:gd name="connsiteX2" fmla="*/ 75068 w 3628595"/>
              <a:gd name="connsiteY2" fmla="*/ 4878528 h 4956558"/>
              <a:gd name="connsiteX3" fmla="*/ 0 w 3628595"/>
              <a:gd name="connsiteY3" fmla="*/ 4956558 h 4956558"/>
              <a:gd name="connsiteX4" fmla="*/ 3628595 w 3628595"/>
              <a:gd name="connsiteY4" fmla="*/ 2216789 h 4956558"/>
            </a:gdLst>
            <a:ahLst/>
            <a:cxnLst/>
            <a:rect l="l" t="t" r="r" b="b"/>
            <a:pathLst>
              <a:path w="3628595" h="4956558">
                <a:moveTo>
                  <a:pt x="1954809" y="0"/>
                </a:moveTo>
                <a:lnTo>
                  <a:pt x="1961218" y="48634"/>
                </a:lnTo>
                <a:cubicBezTo>
                  <a:pt x="2099402" y="1719691"/>
                  <a:pt x="1394607" y="3460958"/>
                  <a:pt x="75068" y="4878528"/>
                </a:cubicBezTo>
                <a:lnTo>
                  <a:pt x="0" y="4956558"/>
                </a:lnTo>
                <a:lnTo>
                  <a:pt x="3628595" y="2216789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miter/>
          </a:ln>
          <a:effectLst>
            <a:outerShdw blurRad="457200" dist="38100" dir="10800000" algn="r" rotWithShape="0">
              <a:schemeClr val="accent1">
                <a:lumMod val="50000"/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2693367">
            <a:off x="11068074" y="5567837"/>
            <a:ext cx="1173843" cy="1995210"/>
          </a:xfrm>
          <a:custGeom>
            <a:avLst/>
            <a:gdLst>
              <a:gd name="connsiteX0" fmla="*/ 351136 w 1173843"/>
              <a:gd name="connsiteY0" fmla="*/ 0 h 1995210"/>
              <a:gd name="connsiteX1" fmla="*/ 1173843 w 1173843"/>
              <a:gd name="connsiteY1" fmla="*/ 825888 h 1995210"/>
              <a:gd name="connsiteX2" fmla="*/ 0 w 1173843"/>
              <a:gd name="connsiteY2" fmla="*/ 1995210 h 1995210"/>
              <a:gd name="connsiteX3" fmla="*/ 66957 w 1173843"/>
              <a:gd name="connsiteY3" fmla="*/ 1803540 h 1995210"/>
              <a:gd name="connsiteX4" fmla="*/ 352564 w 1173843"/>
              <a:gd name="connsiteY4" fmla="*/ 126374 h 1995210"/>
            </a:gdLst>
            <a:ahLst/>
            <a:cxnLst/>
            <a:rect l="l" t="t" r="r" b="b"/>
            <a:pathLst>
              <a:path w="1173843" h="1995210">
                <a:moveTo>
                  <a:pt x="351136" y="0"/>
                </a:moveTo>
                <a:lnTo>
                  <a:pt x="1173843" y="825888"/>
                </a:lnTo>
                <a:lnTo>
                  <a:pt x="0" y="1995210"/>
                </a:lnTo>
                <a:lnTo>
                  <a:pt x="66957" y="1803540"/>
                </a:lnTo>
                <a:cubicBezTo>
                  <a:pt x="247773" y="1250578"/>
                  <a:pt x="345793" y="686660"/>
                  <a:pt x="352564" y="126374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miter/>
          </a:ln>
          <a:effectLst>
            <a:outerShdw blurRad="457200" dist="38100" dir="10800000" algn="r" rotWithShape="0">
              <a:schemeClr val="accent1">
                <a:lumMod val="50000"/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18906633" flipH="1">
            <a:off x="-49917" y="5567836"/>
            <a:ext cx="1173845" cy="1995212"/>
          </a:xfrm>
          <a:custGeom>
            <a:avLst/>
            <a:gdLst>
              <a:gd name="connsiteX0" fmla="*/ 351137 w 1173845"/>
              <a:gd name="connsiteY0" fmla="*/ 0 h 1995212"/>
              <a:gd name="connsiteX1" fmla="*/ 352565 w 1173845"/>
              <a:gd name="connsiteY1" fmla="*/ 126374 h 1995212"/>
              <a:gd name="connsiteX2" fmla="*/ 66957 w 1173845"/>
              <a:gd name="connsiteY2" fmla="*/ 1803541 h 1995212"/>
              <a:gd name="connsiteX3" fmla="*/ 0 w 1173845"/>
              <a:gd name="connsiteY3" fmla="*/ 1995212 h 1995212"/>
              <a:gd name="connsiteX4" fmla="*/ 1173845 w 1173845"/>
              <a:gd name="connsiteY4" fmla="*/ 825888 h 1995212"/>
            </a:gdLst>
            <a:ahLst/>
            <a:cxnLst/>
            <a:rect l="l" t="t" r="r" b="b"/>
            <a:pathLst>
              <a:path w="1173845" h="1995212">
                <a:moveTo>
                  <a:pt x="351137" y="0"/>
                </a:moveTo>
                <a:lnTo>
                  <a:pt x="352565" y="126374"/>
                </a:lnTo>
                <a:cubicBezTo>
                  <a:pt x="345794" y="686660"/>
                  <a:pt x="247773" y="1250578"/>
                  <a:pt x="66957" y="1803541"/>
                </a:cubicBezTo>
                <a:lnTo>
                  <a:pt x="0" y="1995212"/>
                </a:lnTo>
                <a:lnTo>
                  <a:pt x="1173845" y="82588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miter/>
          </a:ln>
          <a:effectLst>
            <a:outerShdw blurRad="457200" dist="38100" dir="10800000" algn="r" rotWithShape="0">
              <a:schemeClr val="accent1">
                <a:lumMod val="50000"/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4149773" y="771957"/>
            <a:ext cx="3886200" cy="1346200"/>
          </a:xfrm>
          <a:custGeom>
            <a:avLst/>
            <a:gdLst>
              <a:gd name="connsiteX0" fmla="*/ 0 w 3892454"/>
              <a:gd name="connsiteY0" fmla="*/ 0 h 1769715"/>
              <a:gd name="connsiteX1" fmla="*/ 3892454 w 3892454"/>
              <a:gd name="connsiteY1" fmla="*/ 0 h 1769715"/>
              <a:gd name="connsiteX2" fmla="*/ 3892454 w 3892454"/>
              <a:gd name="connsiteY2" fmla="*/ 1769715 h 1769715"/>
              <a:gd name="connsiteX3" fmla="*/ 0 w 3892454"/>
              <a:gd name="connsiteY3" fmla="*/ 1769715 h 1769715"/>
              <a:gd name="connsiteX4" fmla="*/ 0 w 3892454"/>
              <a:gd name="connsiteY4" fmla="*/ 0 h 1769715"/>
              <a:gd name="connsiteX0-1" fmla="*/ 4149773 w 8042227"/>
              <a:gd name="connsiteY0-2" fmla="*/ 928777 h 2698492"/>
              <a:gd name="connsiteX1-3" fmla="*/ 0 w 8042227"/>
              <a:gd name="connsiteY1-4" fmla="*/ 0 h 2698492"/>
              <a:gd name="connsiteX2-5" fmla="*/ 8042227 w 8042227"/>
              <a:gd name="connsiteY2-6" fmla="*/ 928777 h 2698492"/>
              <a:gd name="connsiteX3-7" fmla="*/ 8042227 w 8042227"/>
              <a:gd name="connsiteY3-8" fmla="*/ 2698492 h 2698492"/>
              <a:gd name="connsiteX4-9" fmla="*/ 4149773 w 8042227"/>
              <a:gd name="connsiteY4-10" fmla="*/ 2698492 h 2698492"/>
              <a:gd name="connsiteX5" fmla="*/ 4149773 w 8042227"/>
              <a:gd name="connsiteY5" fmla="*/ 928777 h 2698492"/>
              <a:gd name="connsiteX0-11" fmla="*/ 0 w 3892454"/>
              <a:gd name="connsiteY0-12" fmla="*/ 0 h 1769715"/>
              <a:gd name="connsiteX1-13" fmla="*/ 3892454 w 3892454"/>
              <a:gd name="connsiteY1-14" fmla="*/ 0 h 1769715"/>
              <a:gd name="connsiteX2-15" fmla="*/ 3892454 w 3892454"/>
              <a:gd name="connsiteY2-16" fmla="*/ 1769715 h 1769715"/>
              <a:gd name="connsiteX3-17" fmla="*/ 0 w 3892454"/>
              <a:gd name="connsiteY3-18" fmla="*/ 1769715 h 1769715"/>
              <a:gd name="connsiteX4-19" fmla="*/ 0 w 3892454"/>
              <a:gd name="connsiteY4-20" fmla="*/ 0 h 1769715"/>
            </a:gdLst>
            <a:ahLst/>
            <a:cxnLst/>
            <a:rect l="l" t="t" r="r" b="b"/>
            <a:pathLst>
              <a:path w="3892454" h="1769715">
                <a:moveTo>
                  <a:pt x="0" y="0"/>
                </a:moveTo>
                <a:lnTo>
                  <a:pt x="3892454" y="0"/>
                </a:lnTo>
                <a:lnTo>
                  <a:pt x="3892454" y="1769715"/>
                </a:lnTo>
                <a:lnTo>
                  <a:pt x="0" y="176971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9600">
                <a:ln w="12700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0462F5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目录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4981575" y="2057893"/>
            <a:ext cx="2235200" cy="4445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dist">
              <a:lnSpc>
                <a:spcPct val="11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0462F5">
                    <a:alpha val="50000"/>
                  </a:srgbClr>
                </a:solidFill>
                <a:latin typeface="OPPOSans R"/>
                <a:ea typeface="OPPOSans R"/>
                <a:cs typeface="OPPOSans R"/>
              </a:rPr>
              <a:t>CONTENT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1290216" y="3397524"/>
            <a:ext cx="1587500" cy="1117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8000">
                <a:ln w="3175">
                  <a:noFill/>
                </a:ln>
                <a:solidFill>
                  <a:srgbClr val="65A0FC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01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3965332" y="3397524"/>
            <a:ext cx="1587500" cy="1117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8000">
                <a:ln w="3175">
                  <a:noFill/>
                </a:ln>
                <a:solidFill>
                  <a:srgbClr val="65A0FC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02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6640448" y="3397524"/>
            <a:ext cx="1587500" cy="1117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8000">
                <a:ln w="3175">
                  <a:noFill/>
                </a:ln>
                <a:solidFill>
                  <a:srgbClr val="65A0FC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03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9315564" y="3397524"/>
            <a:ext cx="1587500" cy="1117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8000">
                <a:ln w="3175">
                  <a:noFill/>
                </a:ln>
                <a:solidFill>
                  <a:srgbClr val="65A0FC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04</a:t>
            </a: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1159997" y="4625445"/>
            <a:ext cx="1846659" cy="11114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数据收集与价值</a:t>
            </a: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3835113" y="4625445"/>
            <a:ext cx="1846659" cy="11114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专业评分系统设计</a:t>
            </a: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6510229" y="4625445"/>
            <a:ext cx="1846659" cy="11114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AI助手与推广策略</a:t>
            </a: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>
            <a:off x="9185345" y="4625445"/>
            <a:ext cx="1846659" cy="11114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AI助手交互展示</a:t>
            </a:r>
            <a:endParaRPr kumimoji="1" lang="zh-CN" altLang="en-US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11150600" y="454"/>
            <a:ext cx="1054100" cy="105410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3">
            <a:alphaModFix/>
          </a:blip>
          <a:srcRect t="1905"/>
          <a:stretch>
            <a:fillRect/>
          </a:stretch>
        </p:blipFill>
        <p:spPr>
          <a:xfrm>
            <a:off x="10083800" y="-90"/>
            <a:ext cx="1066800" cy="1046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alphaModFix/>
          </a:blip>
          <a:srcRect l="26713" r="14501"/>
          <a:stretch>
            <a:fillRect/>
          </a:stretch>
        </p:blipFill>
        <p:spPr>
          <a:xfrm flipH="1">
            <a:off x="0" y="1"/>
            <a:ext cx="11209621" cy="6857999"/>
          </a:xfrm>
          <a:custGeom>
            <a:avLst/>
            <a:gdLst>
              <a:gd name="connsiteX0" fmla="*/ 0 w 11209621"/>
              <a:gd name="connsiteY0" fmla="*/ 0 h 6857999"/>
              <a:gd name="connsiteX1" fmla="*/ 11209621 w 11209621"/>
              <a:gd name="connsiteY1" fmla="*/ 0 h 6857999"/>
              <a:gd name="connsiteX2" fmla="*/ 11209621 w 11209621"/>
              <a:gd name="connsiteY2" fmla="*/ 6857999 h 6857999"/>
              <a:gd name="connsiteX3" fmla="*/ 0 w 11209621"/>
              <a:gd name="connsiteY3" fmla="*/ 6857999 h 6857999"/>
            </a:gdLst>
            <a:ahLst/>
            <a:cxnLst/>
            <a:rect l="l" t="t" r="r" b="b"/>
            <a:pathLst>
              <a:path w="11209621" h="6857999">
                <a:moveTo>
                  <a:pt x="0" y="0"/>
                </a:moveTo>
                <a:lnTo>
                  <a:pt x="11209621" y="0"/>
                </a:lnTo>
                <a:lnTo>
                  <a:pt x="11209621" y="6857999"/>
                </a:lnTo>
                <a:lnTo>
                  <a:pt x="0" y="6857999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alphaModFix/>
          </a:blip>
          <a:srcRect t="34327"/>
          <a:stretch>
            <a:fillRect/>
          </a:stretch>
        </p:blipFill>
        <p:spPr>
          <a:xfrm flipH="1">
            <a:off x="4477235" y="1"/>
            <a:ext cx="5486400" cy="2402061"/>
          </a:xfrm>
          <a:custGeom>
            <a:avLst/>
            <a:gdLst>
              <a:gd name="connsiteX0" fmla="*/ 0 w 5486400"/>
              <a:gd name="connsiteY0" fmla="*/ 0 h 2402061"/>
              <a:gd name="connsiteX1" fmla="*/ 5486400 w 5486400"/>
              <a:gd name="connsiteY1" fmla="*/ 0 h 2402061"/>
              <a:gd name="connsiteX2" fmla="*/ 5486400 w 5486400"/>
              <a:gd name="connsiteY2" fmla="*/ 2402061 h 2402061"/>
              <a:gd name="connsiteX3" fmla="*/ 0 w 5486400"/>
              <a:gd name="connsiteY3" fmla="*/ 2402061 h 2402061"/>
            </a:gdLst>
            <a:ahLst/>
            <a:cxnLst/>
            <a:rect l="l" t="t" r="r" b="b"/>
            <a:pathLst>
              <a:path w="5486400" h="2402061">
                <a:moveTo>
                  <a:pt x="0" y="0"/>
                </a:moveTo>
                <a:lnTo>
                  <a:pt x="5486400" y="0"/>
                </a:lnTo>
                <a:lnTo>
                  <a:pt x="5486400" y="2402061"/>
                </a:lnTo>
                <a:lnTo>
                  <a:pt x="0" y="2402061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alphaModFix/>
          </a:blip>
          <a:srcRect b="50508"/>
          <a:stretch>
            <a:fillRect/>
          </a:stretch>
        </p:blipFill>
        <p:spPr>
          <a:xfrm flipH="1">
            <a:off x="4761855" y="5047798"/>
            <a:ext cx="5486400" cy="1810202"/>
          </a:xfrm>
          <a:custGeom>
            <a:avLst/>
            <a:gdLst>
              <a:gd name="connsiteX0" fmla="*/ 0 w 5486400"/>
              <a:gd name="connsiteY0" fmla="*/ 0 h 1810202"/>
              <a:gd name="connsiteX1" fmla="*/ 5486400 w 5486400"/>
              <a:gd name="connsiteY1" fmla="*/ 0 h 1810202"/>
              <a:gd name="connsiteX2" fmla="*/ 5486400 w 5486400"/>
              <a:gd name="connsiteY2" fmla="*/ 1810202 h 1810202"/>
              <a:gd name="connsiteX3" fmla="*/ 0 w 5486400"/>
              <a:gd name="connsiteY3" fmla="*/ 1810202 h 1810202"/>
            </a:gdLst>
            <a:ahLst/>
            <a:cxnLst/>
            <a:rect l="l" t="t" r="r" b="b"/>
            <a:pathLst>
              <a:path w="5486400" h="1810202">
                <a:moveTo>
                  <a:pt x="0" y="0"/>
                </a:moveTo>
                <a:lnTo>
                  <a:pt x="5486400" y="0"/>
                </a:lnTo>
                <a:lnTo>
                  <a:pt x="5486400" y="1810202"/>
                </a:lnTo>
                <a:lnTo>
                  <a:pt x="0" y="1810202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5" name="标题 1"/>
          <p:cNvSpPr txBox="1"/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37800">
                <a:schemeClr val="accent1">
                  <a:lumMod val="50000"/>
                  <a:alpha val="90000"/>
                </a:schemeClr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7688427" y="598069"/>
            <a:ext cx="2116208" cy="224367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10000"/>
              </a:lnSpc>
            </a:pPr>
            <a:r>
              <a:rPr kumimoji="1" lang="en-US" altLang="zh-CN" sz="6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01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5762466" y="3059286"/>
            <a:ext cx="4875884" cy="67355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69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6643016" y="5356933"/>
            <a:ext cx="4875884" cy="215539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69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5936646" y="3252579"/>
            <a:ext cx="5619770" cy="181020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4000">
                <a:ln w="12700">
                  <a:noFill/>
                </a:ln>
                <a:gradFill>
                  <a:gsLst>
                    <a:gs pos="38000">
                      <a:srgbClr val="FFFFFF">
                        <a:alpha val="100000"/>
                      </a:srgbClr>
                    </a:gs>
                    <a:gs pos="96000">
                      <a:srgbClr val="0462F5">
                        <a:alpha val="100000"/>
                      </a:srgbClr>
                    </a:gs>
                  </a:gsLst>
                  <a:lin ang="5400000" scaled="0"/>
                </a:gradFill>
                <a:latin typeface="OPPOSans H"/>
                <a:ea typeface="OPPOSans H"/>
                <a:cs typeface="OPPOSans H"/>
              </a:rPr>
              <a:t>数据收集与价值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6387306" y="2859724"/>
            <a:ext cx="2520000" cy="1080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69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5563016" y="5898315"/>
            <a:ext cx="2520000" cy="1080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69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7460222" y="5734340"/>
            <a:ext cx="2520000" cy="1080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69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Group 12"/>
          <p:cNvGrpSpPr/>
          <p:nvPr/>
        </p:nvGrpSpPr>
        <p:grpSpPr>
          <a:xfrm>
            <a:off x="728272" y="554429"/>
            <a:ext cx="802640" cy="415756"/>
            <a:chOff x="728272" y="554429"/>
            <a:chExt cx="802640" cy="415756"/>
          </a:xfrm>
        </p:grpSpPr>
        <p:sp>
          <p:nvSpPr>
            <p:cNvPr id="14" name="标题 1"/>
            <p:cNvSpPr txBox="1"/>
            <p:nvPr/>
          </p:nvSpPr>
          <p:spPr>
            <a:xfrm>
              <a:off x="1198768" y="554429"/>
              <a:ext cx="332144" cy="415756"/>
            </a:xfrm>
            <a:prstGeom prst="chevron">
              <a:avLst>
                <a:gd name="adj" fmla="val 56867"/>
              </a:avLst>
            </a:prstGeom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>
              <a:off x="963520" y="554429"/>
              <a:ext cx="332144" cy="415756"/>
            </a:xfrm>
            <a:prstGeom prst="chevron">
              <a:avLst>
                <a:gd name="adj" fmla="val 56867"/>
              </a:avLst>
            </a:prstGeom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0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>
              <a:off x="728272" y="554429"/>
              <a:ext cx="332144" cy="415756"/>
            </a:xfrm>
            <a:prstGeom prst="chevron">
              <a:avLst>
                <a:gd name="adj" fmla="val 56867"/>
              </a:avLst>
            </a:prstGeom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10175823" y="6115757"/>
            <a:ext cx="1380593" cy="119944"/>
            <a:chOff x="10175823" y="6115757"/>
            <a:chExt cx="1380593" cy="119944"/>
          </a:xfrm>
        </p:grpSpPr>
        <p:sp>
          <p:nvSpPr>
            <p:cNvPr id="18" name="标题 1"/>
            <p:cNvSpPr txBox="1"/>
            <p:nvPr/>
          </p:nvSpPr>
          <p:spPr>
            <a:xfrm rot="16200000">
              <a:off x="10224154" y="6067426"/>
              <a:ext cx="119943" cy="216605"/>
            </a:xfrm>
            <a:custGeom>
              <a:avLst/>
              <a:gdLst>
                <a:gd name="connsiteX0" fmla="*/ 187000 w 188130"/>
                <a:gd name="connsiteY0" fmla="*/ 0 h 302349"/>
                <a:gd name="connsiteX1" fmla="*/ 0 w 188130"/>
                <a:gd name="connsiteY1" fmla="*/ 187000 h 302349"/>
                <a:gd name="connsiteX2" fmla="*/ 0 w 188130"/>
                <a:gd name="connsiteY2" fmla="*/ 302350 h 302349"/>
                <a:gd name="connsiteX3" fmla="*/ 188131 w 188130"/>
                <a:gd name="connsiteY3" fmla="*/ 114219 h 302349"/>
                <a:gd name="connsiteX4" fmla="*/ 187000 w 188130"/>
                <a:gd name="connsiteY4" fmla="*/ 0 h 302349"/>
              </a:gdLst>
              <a:ahLst/>
              <a:cxnLst/>
              <a:rect l="l" t="t" r="r" b="b"/>
              <a:pathLst>
                <a:path w="188130" h="302349">
                  <a:moveTo>
                    <a:pt x="187000" y="0"/>
                  </a:moveTo>
                  <a:lnTo>
                    <a:pt x="0" y="187000"/>
                  </a:lnTo>
                  <a:lnTo>
                    <a:pt x="0" y="302350"/>
                  </a:lnTo>
                  <a:lnTo>
                    <a:pt x="188131" y="114219"/>
                  </a:lnTo>
                  <a:lnTo>
                    <a:pt x="187000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51000"/>
              </a:schemeClr>
            </a:solidFill>
            <a:ln w="4038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0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rot="16200000">
              <a:off x="10369653" y="6067441"/>
              <a:ext cx="119943" cy="216576"/>
            </a:xfrm>
            <a:custGeom>
              <a:avLst/>
              <a:gdLst>
                <a:gd name="connsiteX0" fmla="*/ 187000 w 188130"/>
                <a:gd name="connsiteY0" fmla="*/ 0 h 302309"/>
                <a:gd name="connsiteX1" fmla="*/ 0 w 188130"/>
                <a:gd name="connsiteY1" fmla="*/ 187000 h 302309"/>
                <a:gd name="connsiteX2" fmla="*/ 0 w 188130"/>
                <a:gd name="connsiteY2" fmla="*/ 302309 h 302309"/>
                <a:gd name="connsiteX3" fmla="*/ 188131 w 188130"/>
                <a:gd name="connsiteY3" fmla="*/ 114179 h 302309"/>
                <a:gd name="connsiteX4" fmla="*/ 187000 w 188130"/>
                <a:gd name="connsiteY4" fmla="*/ 0 h 302309"/>
              </a:gdLst>
              <a:ahLst/>
              <a:cxnLst/>
              <a:rect l="l" t="t" r="r" b="b"/>
              <a:pathLst>
                <a:path w="188130" h="302309">
                  <a:moveTo>
                    <a:pt x="187000" y="0"/>
                  </a:moveTo>
                  <a:lnTo>
                    <a:pt x="0" y="187000"/>
                  </a:lnTo>
                  <a:lnTo>
                    <a:pt x="0" y="302309"/>
                  </a:lnTo>
                  <a:lnTo>
                    <a:pt x="188131" y="114179"/>
                  </a:lnTo>
                  <a:lnTo>
                    <a:pt x="187000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51000"/>
              </a:schemeClr>
            </a:solidFill>
            <a:ln w="4038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rot="16200000">
              <a:off x="10515151" y="6067426"/>
              <a:ext cx="119943" cy="216605"/>
            </a:xfrm>
            <a:custGeom>
              <a:avLst/>
              <a:gdLst>
                <a:gd name="connsiteX0" fmla="*/ 187000 w 188130"/>
                <a:gd name="connsiteY0" fmla="*/ 0 h 302349"/>
                <a:gd name="connsiteX1" fmla="*/ 0 w 188130"/>
                <a:gd name="connsiteY1" fmla="*/ 187000 h 302349"/>
                <a:gd name="connsiteX2" fmla="*/ 0 w 188130"/>
                <a:gd name="connsiteY2" fmla="*/ 302350 h 302349"/>
                <a:gd name="connsiteX3" fmla="*/ 188131 w 188130"/>
                <a:gd name="connsiteY3" fmla="*/ 114219 h 302349"/>
                <a:gd name="connsiteX4" fmla="*/ 187000 w 188130"/>
                <a:gd name="connsiteY4" fmla="*/ 0 h 302349"/>
              </a:gdLst>
              <a:ahLst/>
              <a:cxnLst/>
              <a:rect l="l" t="t" r="r" b="b"/>
              <a:pathLst>
                <a:path w="188130" h="302349">
                  <a:moveTo>
                    <a:pt x="187000" y="0"/>
                  </a:moveTo>
                  <a:lnTo>
                    <a:pt x="0" y="187000"/>
                  </a:lnTo>
                  <a:lnTo>
                    <a:pt x="0" y="302350"/>
                  </a:lnTo>
                  <a:lnTo>
                    <a:pt x="188131" y="114219"/>
                  </a:lnTo>
                  <a:lnTo>
                    <a:pt x="187000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51000"/>
              </a:schemeClr>
            </a:solidFill>
            <a:ln w="4038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rot="16200000">
              <a:off x="10660663" y="6067426"/>
              <a:ext cx="119943" cy="216605"/>
            </a:xfrm>
            <a:custGeom>
              <a:avLst/>
              <a:gdLst>
                <a:gd name="connsiteX0" fmla="*/ 187000 w 188130"/>
                <a:gd name="connsiteY0" fmla="*/ 0 h 302349"/>
                <a:gd name="connsiteX1" fmla="*/ 0 w 188130"/>
                <a:gd name="connsiteY1" fmla="*/ 187000 h 302349"/>
                <a:gd name="connsiteX2" fmla="*/ 0 w 188130"/>
                <a:gd name="connsiteY2" fmla="*/ 302350 h 302349"/>
                <a:gd name="connsiteX3" fmla="*/ 188131 w 188130"/>
                <a:gd name="connsiteY3" fmla="*/ 114219 h 302349"/>
                <a:gd name="connsiteX4" fmla="*/ 187000 w 188130"/>
                <a:gd name="connsiteY4" fmla="*/ 0 h 302349"/>
              </a:gdLst>
              <a:ahLst/>
              <a:cxnLst/>
              <a:rect l="l" t="t" r="r" b="b"/>
              <a:pathLst>
                <a:path w="188130" h="302349">
                  <a:moveTo>
                    <a:pt x="187000" y="0"/>
                  </a:moveTo>
                  <a:lnTo>
                    <a:pt x="0" y="187000"/>
                  </a:lnTo>
                  <a:lnTo>
                    <a:pt x="0" y="302350"/>
                  </a:lnTo>
                  <a:lnTo>
                    <a:pt x="188131" y="114219"/>
                  </a:lnTo>
                  <a:lnTo>
                    <a:pt x="187000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51000"/>
              </a:schemeClr>
            </a:solidFill>
            <a:ln w="4038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rot="16200000">
              <a:off x="10806147" y="6067426"/>
              <a:ext cx="119943" cy="216605"/>
            </a:xfrm>
            <a:custGeom>
              <a:avLst/>
              <a:gdLst>
                <a:gd name="connsiteX0" fmla="*/ 187000 w 188130"/>
                <a:gd name="connsiteY0" fmla="*/ 0 h 302349"/>
                <a:gd name="connsiteX1" fmla="*/ 0 w 188130"/>
                <a:gd name="connsiteY1" fmla="*/ 187000 h 302349"/>
                <a:gd name="connsiteX2" fmla="*/ 0 w 188130"/>
                <a:gd name="connsiteY2" fmla="*/ 302350 h 302349"/>
                <a:gd name="connsiteX3" fmla="*/ 188131 w 188130"/>
                <a:gd name="connsiteY3" fmla="*/ 114219 h 302349"/>
                <a:gd name="connsiteX4" fmla="*/ 187000 w 188130"/>
                <a:gd name="connsiteY4" fmla="*/ 0 h 302349"/>
              </a:gdLst>
              <a:ahLst/>
              <a:cxnLst/>
              <a:rect l="l" t="t" r="r" b="b"/>
              <a:pathLst>
                <a:path w="188130" h="302349">
                  <a:moveTo>
                    <a:pt x="187000" y="0"/>
                  </a:moveTo>
                  <a:lnTo>
                    <a:pt x="0" y="187000"/>
                  </a:lnTo>
                  <a:lnTo>
                    <a:pt x="0" y="302350"/>
                  </a:lnTo>
                  <a:lnTo>
                    <a:pt x="188131" y="114219"/>
                  </a:lnTo>
                  <a:lnTo>
                    <a:pt x="187000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51000"/>
              </a:schemeClr>
            </a:solidFill>
            <a:ln w="4038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rot="16200000">
              <a:off x="10951661" y="6067426"/>
              <a:ext cx="119943" cy="216605"/>
            </a:xfrm>
            <a:custGeom>
              <a:avLst/>
              <a:gdLst>
                <a:gd name="connsiteX0" fmla="*/ 187000 w 188130"/>
                <a:gd name="connsiteY0" fmla="*/ 0 h 302349"/>
                <a:gd name="connsiteX1" fmla="*/ 0 w 188130"/>
                <a:gd name="connsiteY1" fmla="*/ 187000 h 302349"/>
                <a:gd name="connsiteX2" fmla="*/ 0 w 188130"/>
                <a:gd name="connsiteY2" fmla="*/ 302350 h 302349"/>
                <a:gd name="connsiteX3" fmla="*/ 188131 w 188130"/>
                <a:gd name="connsiteY3" fmla="*/ 114219 h 302349"/>
                <a:gd name="connsiteX4" fmla="*/ 187000 w 188130"/>
                <a:gd name="connsiteY4" fmla="*/ 0 h 302349"/>
              </a:gdLst>
              <a:ahLst/>
              <a:cxnLst/>
              <a:rect l="l" t="t" r="r" b="b"/>
              <a:pathLst>
                <a:path w="188130" h="302349">
                  <a:moveTo>
                    <a:pt x="187000" y="0"/>
                  </a:moveTo>
                  <a:lnTo>
                    <a:pt x="0" y="187000"/>
                  </a:lnTo>
                  <a:lnTo>
                    <a:pt x="0" y="302350"/>
                  </a:lnTo>
                  <a:lnTo>
                    <a:pt x="188131" y="114219"/>
                  </a:lnTo>
                  <a:lnTo>
                    <a:pt x="187000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51000"/>
              </a:schemeClr>
            </a:solidFill>
            <a:ln w="4038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rot="16200000">
              <a:off x="11097159" y="6067441"/>
              <a:ext cx="119943" cy="216576"/>
            </a:xfrm>
            <a:custGeom>
              <a:avLst/>
              <a:gdLst>
                <a:gd name="connsiteX0" fmla="*/ 187000 w 188130"/>
                <a:gd name="connsiteY0" fmla="*/ 0 h 302309"/>
                <a:gd name="connsiteX1" fmla="*/ 0 w 188130"/>
                <a:gd name="connsiteY1" fmla="*/ 187000 h 302309"/>
                <a:gd name="connsiteX2" fmla="*/ 0 w 188130"/>
                <a:gd name="connsiteY2" fmla="*/ 302309 h 302309"/>
                <a:gd name="connsiteX3" fmla="*/ 188131 w 188130"/>
                <a:gd name="connsiteY3" fmla="*/ 114179 h 302309"/>
                <a:gd name="connsiteX4" fmla="*/ 187000 w 188130"/>
                <a:gd name="connsiteY4" fmla="*/ 0 h 302309"/>
              </a:gdLst>
              <a:ahLst/>
              <a:cxnLst/>
              <a:rect l="l" t="t" r="r" b="b"/>
              <a:pathLst>
                <a:path w="188130" h="302309">
                  <a:moveTo>
                    <a:pt x="187000" y="0"/>
                  </a:moveTo>
                  <a:lnTo>
                    <a:pt x="0" y="187000"/>
                  </a:lnTo>
                  <a:lnTo>
                    <a:pt x="0" y="302309"/>
                  </a:lnTo>
                  <a:lnTo>
                    <a:pt x="188131" y="114179"/>
                  </a:lnTo>
                  <a:lnTo>
                    <a:pt x="187000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51000"/>
              </a:schemeClr>
            </a:solidFill>
            <a:ln w="4038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rot="16200000">
              <a:off x="11242657" y="6067426"/>
              <a:ext cx="119943" cy="216605"/>
            </a:xfrm>
            <a:custGeom>
              <a:avLst/>
              <a:gdLst>
                <a:gd name="connsiteX0" fmla="*/ 187000 w 188130"/>
                <a:gd name="connsiteY0" fmla="*/ 0 h 302349"/>
                <a:gd name="connsiteX1" fmla="*/ 0 w 188130"/>
                <a:gd name="connsiteY1" fmla="*/ 187000 h 302349"/>
                <a:gd name="connsiteX2" fmla="*/ 0 w 188130"/>
                <a:gd name="connsiteY2" fmla="*/ 302350 h 302349"/>
                <a:gd name="connsiteX3" fmla="*/ 188131 w 188130"/>
                <a:gd name="connsiteY3" fmla="*/ 114219 h 302349"/>
                <a:gd name="connsiteX4" fmla="*/ 187000 w 188130"/>
                <a:gd name="connsiteY4" fmla="*/ 0 h 302349"/>
              </a:gdLst>
              <a:ahLst/>
              <a:cxnLst/>
              <a:rect l="l" t="t" r="r" b="b"/>
              <a:pathLst>
                <a:path w="188130" h="302349">
                  <a:moveTo>
                    <a:pt x="187000" y="0"/>
                  </a:moveTo>
                  <a:lnTo>
                    <a:pt x="0" y="187000"/>
                  </a:lnTo>
                  <a:lnTo>
                    <a:pt x="0" y="302350"/>
                  </a:lnTo>
                  <a:lnTo>
                    <a:pt x="188131" y="114219"/>
                  </a:lnTo>
                  <a:lnTo>
                    <a:pt x="187000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51000"/>
              </a:schemeClr>
            </a:solidFill>
            <a:ln w="4038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6" name="标题 1"/>
            <p:cNvSpPr txBox="1"/>
            <p:nvPr/>
          </p:nvSpPr>
          <p:spPr>
            <a:xfrm rot="16200000">
              <a:off x="11388156" y="6067441"/>
              <a:ext cx="119943" cy="216576"/>
            </a:xfrm>
            <a:custGeom>
              <a:avLst/>
              <a:gdLst>
                <a:gd name="connsiteX0" fmla="*/ 187000 w 188130"/>
                <a:gd name="connsiteY0" fmla="*/ 0 h 302309"/>
                <a:gd name="connsiteX1" fmla="*/ 0 w 188130"/>
                <a:gd name="connsiteY1" fmla="*/ 187000 h 302309"/>
                <a:gd name="connsiteX2" fmla="*/ 0 w 188130"/>
                <a:gd name="connsiteY2" fmla="*/ 302309 h 302309"/>
                <a:gd name="connsiteX3" fmla="*/ 188131 w 188130"/>
                <a:gd name="connsiteY3" fmla="*/ 114179 h 302309"/>
                <a:gd name="connsiteX4" fmla="*/ 187000 w 188130"/>
                <a:gd name="connsiteY4" fmla="*/ 0 h 302309"/>
              </a:gdLst>
              <a:ahLst/>
              <a:cxnLst/>
              <a:rect l="l" t="t" r="r" b="b"/>
              <a:pathLst>
                <a:path w="188130" h="302309">
                  <a:moveTo>
                    <a:pt x="187000" y="0"/>
                  </a:moveTo>
                  <a:lnTo>
                    <a:pt x="0" y="187000"/>
                  </a:lnTo>
                  <a:lnTo>
                    <a:pt x="0" y="302309"/>
                  </a:lnTo>
                  <a:lnTo>
                    <a:pt x="188131" y="114179"/>
                  </a:lnTo>
                  <a:lnTo>
                    <a:pt x="187000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51000"/>
              </a:schemeClr>
            </a:solidFill>
            <a:ln w="4038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pic>
        <p:nvPicPr>
          <p:cNvPr id="27" name="Picture 26"/>
          <p:cNvPicPr>
            <a:picLocks noChangeAspect="1"/>
          </p:cNvPicPr>
          <p:nvPr/>
        </p:nvPicPr>
        <p:blipFill>
          <a:blip r:embed="rId4">
            <a:alphaModFix/>
          </a:blip>
          <a:srcRect/>
          <a:stretch>
            <a:fillRect/>
          </a:stretch>
        </p:blipFill>
        <p:spPr>
          <a:xfrm>
            <a:off x="11150600" y="0"/>
            <a:ext cx="1054100" cy="105410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5">
            <a:alphaModFix/>
          </a:blip>
          <a:srcRect t="1905"/>
          <a:stretch>
            <a:fillRect/>
          </a:stretch>
        </p:blipFill>
        <p:spPr>
          <a:xfrm>
            <a:off x="10083800" y="7620"/>
            <a:ext cx="1066800" cy="1046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1145143" y="960970"/>
            <a:ext cx="4522870" cy="5297184"/>
          </a:xfrm>
          <a:prstGeom prst="roundRect">
            <a:avLst>
              <a:gd name="adj" fmla="val 5377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 w="12700" cap="sq">
            <a:noFill/>
            <a:miter/>
          </a:ln>
          <a:effectLst>
            <a:outerShdw blurRad="279400" dist="38100" dir="16200000" rotWithShape="0">
              <a:schemeClr val="accent1">
                <a:alpha val="27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452207" y="2202949"/>
            <a:ext cx="3908742" cy="349875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每个KOC数据价值6- 10美元，101个KOC数据总价值约800美元。
</a:t>
            </a:r>
            <a:endParaRPr kumimoji="1" lang="zh-CN" altLang="en-US" dirty="0"/>
          </a:p>
        </p:txBody>
      </p:sp>
      <p:sp>
        <p:nvSpPr>
          <p:cNvPr id="5" name="标题 1"/>
          <p:cNvSpPr txBox="1"/>
          <p:nvPr/>
        </p:nvSpPr>
        <p:spPr>
          <a:xfrm>
            <a:off x="2240639" y="5639156"/>
            <a:ext cx="2331879" cy="1733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517684" y="1672493"/>
            <a:ext cx="3777789" cy="62523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1510917" y="1639150"/>
            <a:ext cx="3791323" cy="68775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数据收集成本与价值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6511287" y="960970"/>
            <a:ext cx="4522870" cy="5297184"/>
          </a:xfrm>
          <a:prstGeom prst="roundRect">
            <a:avLst>
              <a:gd name="adj" fmla="val 5377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 w="12700" cap="sq">
            <a:noFill/>
            <a:miter/>
          </a:ln>
          <a:effectLst>
            <a:outerShdw blurRad="279400" dist="38100" dir="16200000" rotWithShape="0">
              <a:schemeClr val="accent2">
                <a:alpha val="27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6818351" y="2202949"/>
            <a:ext cx="3908742" cy="349875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收集过程采用了我们自己吸收开发的网络爬虫, 更全面的数据收集对推广策略优化很重要。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7606783" y="5639156"/>
            <a:ext cx="2331879" cy="17335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6883829" y="1672493"/>
            <a:ext cx="3777789" cy="6252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6877062" y="1639150"/>
            <a:ext cx="3791323" cy="68775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数据收集过程</a:t>
            </a:r>
            <a:endParaRPr kumimoji="1" lang="zh-CN" altLang="en-US"/>
          </a:p>
        </p:txBody>
      </p:sp>
      <p:grpSp>
        <p:nvGrpSpPr>
          <p:cNvPr id="13" name="Group 12"/>
          <p:cNvGrpSpPr/>
          <p:nvPr/>
        </p:nvGrpSpPr>
        <p:grpSpPr>
          <a:xfrm>
            <a:off x="5882006" y="1757739"/>
            <a:ext cx="415290" cy="502501"/>
            <a:chOff x="5882006" y="1817456"/>
            <a:chExt cx="415290" cy="415290"/>
          </a:xfrm>
        </p:grpSpPr>
        <p:sp>
          <p:nvSpPr>
            <p:cNvPr id="14" name="标题 1"/>
            <p:cNvSpPr txBox="1"/>
            <p:nvPr/>
          </p:nvSpPr>
          <p:spPr>
            <a:xfrm>
              <a:off x="5882006" y="1817456"/>
              <a:ext cx="415290" cy="415290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bg1"/>
              </a:solidFill>
              <a:miter/>
            </a:ln>
            <a:effectLst>
              <a:outerShdw blurRad="63500" sx="102000" sy="102000" algn="ctr" rotWithShape="0">
                <a:schemeClr val="accent1">
                  <a:lumMod val="75000"/>
                  <a:alpha val="40000"/>
                </a:schemeClr>
              </a:outerShdw>
            </a:effectLst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0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>
              <a:off x="6021706" y="1921596"/>
              <a:ext cx="177800" cy="229870"/>
            </a:xfrm>
            <a:prstGeom prst="chevron">
              <a:avLst/>
            </a:prstGeom>
            <a:solidFill>
              <a:schemeClr val="bg1"/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00000"/>
                </a:lnSpc>
              </a:pPr>
              <a:endParaRPr kumimoji="1" lang="zh-CN" altLang="en-US"/>
            </a:p>
          </p:txBody>
        </p:sp>
      </p:grpSp>
      <p:sp>
        <p:nvSpPr>
          <p:cNvPr id="16" name="标题 1"/>
          <p:cNvSpPr txBox="1"/>
          <p:nvPr/>
        </p:nvSpPr>
        <p:spPr>
          <a:xfrm>
            <a:off x="1145143" y="4794778"/>
            <a:ext cx="823803" cy="1021318"/>
          </a:xfrm>
          <a:custGeom>
            <a:avLst/>
            <a:gdLst>
              <a:gd name="connsiteX0" fmla="*/ 104534 w 823803"/>
              <a:gd name="connsiteY0" fmla="*/ 0 h 1021318"/>
              <a:gd name="connsiteX1" fmla="*/ 823803 w 823803"/>
              <a:gd name="connsiteY1" fmla="*/ 719269 h 1021318"/>
              <a:gd name="connsiteX2" fmla="*/ 767279 w 823803"/>
              <a:gd name="connsiteY2" fmla="*/ 999241 h 1021318"/>
              <a:gd name="connsiteX3" fmla="*/ 755296 w 823803"/>
              <a:gd name="connsiteY3" fmla="*/ 1021318 h 1021318"/>
              <a:gd name="connsiteX4" fmla="*/ 298543 w 823803"/>
              <a:gd name="connsiteY4" fmla="*/ 1021318 h 1021318"/>
              <a:gd name="connsiteX5" fmla="*/ 305608 w 823803"/>
              <a:gd name="connsiteY5" fmla="*/ 1017483 h 1021318"/>
              <a:gd name="connsiteX6" fmla="*/ 464167 w 823803"/>
              <a:gd name="connsiteY6" fmla="*/ 719269 h 1021318"/>
              <a:gd name="connsiteX7" fmla="*/ 104533 w 823803"/>
              <a:gd name="connsiteY7" fmla="*/ 359635 h 1021318"/>
              <a:gd name="connsiteX8" fmla="*/ 32055 w 823803"/>
              <a:gd name="connsiteY8" fmla="*/ 366942 h 1021318"/>
              <a:gd name="connsiteX9" fmla="*/ 0 w 823803"/>
              <a:gd name="connsiteY9" fmla="*/ 376892 h 1021318"/>
              <a:gd name="connsiteX10" fmla="*/ 0 w 823803"/>
              <a:gd name="connsiteY10" fmla="*/ 8444 h 1021318"/>
              <a:gd name="connsiteX11" fmla="*/ 30993 w 823803"/>
              <a:gd name="connsiteY11" fmla="*/ 3714 h 1021318"/>
              <a:gd name="connsiteX12" fmla="*/ 104534 w 823803"/>
              <a:gd name="connsiteY12" fmla="*/ 0 h 1021318"/>
            </a:gdLst>
            <a:ahLst/>
            <a:cxnLst/>
            <a:rect l="l" t="t" r="r" b="b"/>
            <a:pathLst>
              <a:path w="823803" h="1021318">
                <a:moveTo>
                  <a:pt x="104534" y="0"/>
                </a:moveTo>
                <a:cubicBezTo>
                  <a:pt x="501775" y="0"/>
                  <a:pt x="823803" y="322028"/>
                  <a:pt x="823803" y="719269"/>
                </a:cubicBezTo>
                <a:cubicBezTo>
                  <a:pt x="823803" y="818579"/>
                  <a:pt x="803676" y="913189"/>
                  <a:pt x="767279" y="999241"/>
                </a:cubicBezTo>
                <a:lnTo>
                  <a:pt x="755296" y="1021318"/>
                </a:lnTo>
                <a:lnTo>
                  <a:pt x="298543" y="1021318"/>
                </a:lnTo>
                <a:lnTo>
                  <a:pt x="305608" y="1017483"/>
                </a:lnTo>
                <a:cubicBezTo>
                  <a:pt x="401271" y="952854"/>
                  <a:pt x="464167" y="843407"/>
                  <a:pt x="464167" y="719269"/>
                </a:cubicBezTo>
                <a:cubicBezTo>
                  <a:pt x="464167" y="520649"/>
                  <a:pt x="303153" y="359635"/>
                  <a:pt x="104533" y="359635"/>
                </a:cubicBezTo>
                <a:cubicBezTo>
                  <a:pt x="79706" y="359635"/>
                  <a:pt x="55466" y="362151"/>
                  <a:pt x="32055" y="366942"/>
                </a:cubicBezTo>
                <a:lnTo>
                  <a:pt x="0" y="376892"/>
                </a:lnTo>
                <a:lnTo>
                  <a:pt x="0" y="8444"/>
                </a:lnTo>
                <a:lnTo>
                  <a:pt x="30993" y="3714"/>
                </a:lnTo>
                <a:cubicBezTo>
                  <a:pt x="55173" y="1258"/>
                  <a:pt x="79707" y="0"/>
                  <a:pt x="104534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5326262" y="963589"/>
            <a:ext cx="708904" cy="708904"/>
          </a:xfrm>
          <a:prstGeom prst="donut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10665109" y="963589"/>
            <a:ext cx="708904" cy="708904"/>
          </a:xfrm>
          <a:prstGeom prst="donut">
            <a:avLst/>
          </a:prstGeom>
          <a:solidFill>
            <a:schemeClr val="accent2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flipH="1">
            <a:off x="10210354" y="4794778"/>
            <a:ext cx="823803" cy="1021318"/>
          </a:xfrm>
          <a:custGeom>
            <a:avLst/>
            <a:gdLst>
              <a:gd name="connsiteX0" fmla="*/ 104534 w 823803"/>
              <a:gd name="connsiteY0" fmla="*/ 0 h 1021318"/>
              <a:gd name="connsiteX1" fmla="*/ 823803 w 823803"/>
              <a:gd name="connsiteY1" fmla="*/ 719269 h 1021318"/>
              <a:gd name="connsiteX2" fmla="*/ 767279 w 823803"/>
              <a:gd name="connsiteY2" fmla="*/ 999241 h 1021318"/>
              <a:gd name="connsiteX3" fmla="*/ 755296 w 823803"/>
              <a:gd name="connsiteY3" fmla="*/ 1021318 h 1021318"/>
              <a:gd name="connsiteX4" fmla="*/ 298543 w 823803"/>
              <a:gd name="connsiteY4" fmla="*/ 1021318 h 1021318"/>
              <a:gd name="connsiteX5" fmla="*/ 305608 w 823803"/>
              <a:gd name="connsiteY5" fmla="*/ 1017483 h 1021318"/>
              <a:gd name="connsiteX6" fmla="*/ 464167 w 823803"/>
              <a:gd name="connsiteY6" fmla="*/ 719269 h 1021318"/>
              <a:gd name="connsiteX7" fmla="*/ 104533 w 823803"/>
              <a:gd name="connsiteY7" fmla="*/ 359635 h 1021318"/>
              <a:gd name="connsiteX8" fmla="*/ 32055 w 823803"/>
              <a:gd name="connsiteY8" fmla="*/ 366942 h 1021318"/>
              <a:gd name="connsiteX9" fmla="*/ 0 w 823803"/>
              <a:gd name="connsiteY9" fmla="*/ 376892 h 1021318"/>
              <a:gd name="connsiteX10" fmla="*/ 0 w 823803"/>
              <a:gd name="connsiteY10" fmla="*/ 8444 h 1021318"/>
              <a:gd name="connsiteX11" fmla="*/ 30993 w 823803"/>
              <a:gd name="connsiteY11" fmla="*/ 3714 h 1021318"/>
              <a:gd name="connsiteX12" fmla="*/ 104534 w 823803"/>
              <a:gd name="connsiteY12" fmla="*/ 0 h 1021318"/>
            </a:gdLst>
            <a:ahLst/>
            <a:cxnLst/>
            <a:rect l="l" t="t" r="r" b="b"/>
            <a:pathLst>
              <a:path w="823803" h="1021318">
                <a:moveTo>
                  <a:pt x="104534" y="0"/>
                </a:moveTo>
                <a:cubicBezTo>
                  <a:pt x="501775" y="0"/>
                  <a:pt x="823803" y="322028"/>
                  <a:pt x="823803" y="719269"/>
                </a:cubicBezTo>
                <a:cubicBezTo>
                  <a:pt x="823803" y="818579"/>
                  <a:pt x="803676" y="913189"/>
                  <a:pt x="767279" y="999241"/>
                </a:cubicBezTo>
                <a:lnTo>
                  <a:pt x="755296" y="1021318"/>
                </a:lnTo>
                <a:lnTo>
                  <a:pt x="298543" y="1021318"/>
                </a:lnTo>
                <a:lnTo>
                  <a:pt x="305608" y="1017483"/>
                </a:lnTo>
                <a:cubicBezTo>
                  <a:pt x="401271" y="952854"/>
                  <a:pt x="464167" y="843407"/>
                  <a:pt x="464167" y="719269"/>
                </a:cubicBezTo>
                <a:cubicBezTo>
                  <a:pt x="464167" y="520649"/>
                  <a:pt x="303153" y="359635"/>
                  <a:pt x="104533" y="359635"/>
                </a:cubicBezTo>
                <a:cubicBezTo>
                  <a:pt x="79706" y="359635"/>
                  <a:pt x="55466" y="362151"/>
                  <a:pt x="32055" y="366942"/>
                </a:cubicBezTo>
                <a:lnTo>
                  <a:pt x="0" y="376892"/>
                </a:lnTo>
                <a:lnTo>
                  <a:pt x="0" y="8444"/>
                </a:lnTo>
                <a:lnTo>
                  <a:pt x="30993" y="3714"/>
                </a:lnTo>
                <a:cubicBezTo>
                  <a:pt x="55173" y="1258"/>
                  <a:pt x="79707" y="0"/>
                  <a:pt x="104534" y="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flipH="1">
            <a:off x="300755" y="309663"/>
            <a:ext cx="418072" cy="418072"/>
          </a:xfrm>
          <a:custGeom>
            <a:avLst/>
            <a:gdLst>
              <a:gd name="connsiteX0" fmla="*/ 0 w 756957"/>
              <a:gd name="connsiteY0" fmla="*/ 622718 h 756957"/>
              <a:gd name="connsiteX1" fmla="*/ 134239 w 756957"/>
              <a:gd name="connsiteY1" fmla="*/ 756957 h 756957"/>
              <a:gd name="connsiteX2" fmla="*/ 98814 w 756957"/>
              <a:gd name="connsiteY2" fmla="*/ 756957 h 756957"/>
              <a:gd name="connsiteX3" fmla="*/ 0 w 756957"/>
              <a:gd name="connsiteY3" fmla="*/ 658142 h 756957"/>
              <a:gd name="connsiteX4" fmla="*/ 0 w 756957"/>
              <a:gd name="connsiteY4" fmla="*/ 479157 h 756957"/>
              <a:gd name="connsiteX5" fmla="*/ 277800 w 756957"/>
              <a:gd name="connsiteY5" fmla="*/ 756957 h 756957"/>
              <a:gd name="connsiteX6" fmla="*/ 240510 w 756957"/>
              <a:gd name="connsiteY6" fmla="*/ 756957 h 756957"/>
              <a:gd name="connsiteX7" fmla="*/ 0 w 756957"/>
              <a:gd name="connsiteY7" fmla="*/ 516446 h 756957"/>
              <a:gd name="connsiteX8" fmla="*/ 0 w 756957"/>
              <a:gd name="connsiteY8" fmla="*/ 337461 h 756957"/>
              <a:gd name="connsiteX9" fmla="*/ 419496 w 756957"/>
              <a:gd name="connsiteY9" fmla="*/ 756957 h 756957"/>
              <a:gd name="connsiteX10" fmla="*/ 382208 w 756957"/>
              <a:gd name="connsiteY10" fmla="*/ 756957 h 756957"/>
              <a:gd name="connsiteX11" fmla="*/ 0 w 756957"/>
              <a:gd name="connsiteY11" fmla="*/ 374750 h 756957"/>
              <a:gd name="connsiteX12" fmla="*/ 0 w 756957"/>
              <a:gd name="connsiteY12" fmla="*/ 195765 h 756957"/>
              <a:gd name="connsiteX13" fmla="*/ 561192 w 756957"/>
              <a:gd name="connsiteY13" fmla="*/ 756957 h 756957"/>
              <a:gd name="connsiteX14" fmla="*/ 525768 w 756957"/>
              <a:gd name="connsiteY14" fmla="*/ 756957 h 756957"/>
              <a:gd name="connsiteX15" fmla="*/ 0 w 756957"/>
              <a:gd name="connsiteY15" fmla="*/ 231189 h 756957"/>
              <a:gd name="connsiteX16" fmla="*/ 0 w 756957"/>
              <a:gd name="connsiteY16" fmla="*/ 52204 h 756957"/>
              <a:gd name="connsiteX17" fmla="*/ 702889 w 756957"/>
              <a:gd name="connsiteY17" fmla="*/ 756957 h 756957"/>
              <a:gd name="connsiteX18" fmla="*/ 667465 w 756957"/>
              <a:gd name="connsiteY18" fmla="*/ 756957 h 756957"/>
              <a:gd name="connsiteX19" fmla="*/ 0 w 756957"/>
              <a:gd name="connsiteY19" fmla="*/ 89493 h 756957"/>
              <a:gd name="connsiteX20" fmla="*/ 620855 w 756957"/>
              <a:gd name="connsiteY20" fmla="*/ 0 h 756957"/>
              <a:gd name="connsiteX21" fmla="*/ 658143 w 756957"/>
              <a:gd name="connsiteY21" fmla="*/ 0 h 756957"/>
              <a:gd name="connsiteX22" fmla="*/ 756957 w 756957"/>
              <a:gd name="connsiteY22" fmla="*/ 98814 h 756957"/>
              <a:gd name="connsiteX23" fmla="*/ 756957 w 756957"/>
              <a:gd name="connsiteY23" fmla="*/ 136103 h 756957"/>
              <a:gd name="connsiteX24" fmla="*/ 479157 w 756957"/>
              <a:gd name="connsiteY24" fmla="*/ 0 h 756957"/>
              <a:gd name="connsiteX25" fmla="*/ 516445 w 756957"/>
              <a:gd name="connsiteY25" fmla="*/ 0 h 756957"/>
              <a:gd name="connsiteX26" fmla="*/ 756957 w 756957"/>
              <a:gd name="connsiteY26" fmla="*/ 240511 h 756957"/>
              <a:gd name="connsiteX27" fmla="*/ 756957 w 756957"/>
              <a:gd name="connsiteY27" fmla="*/ 277800 h 756957"/>
              <a:gd name="connsiteX28" fmla="*/ 337461 w 756957"/>
              <a:gd name="connsiteY28" fmla="*/ 0 h 756957"/>
              <a:gd name="connsiteX29" fmla="*/ 372885 w 756957"/>
              <a:gd name="connsiteY29" fmla="*/ 0 h 756957"/>
              <a:gd name="connsiteX30" fmla="*/ 756957 w 756957"/>
              <a:gd name="connsiteY30" fmla="*/ 384073 h 756957"/>
              <a:gd name="connsiteX31" fmla="*/ 756957 w 756957"/>
              <a:gd name="connsiteY31" fmla="*/ 419496 h 756957"/>
              <a:gd name="connsiteX32" fmla="*/ 195765 w 756957"/>
              <a:gd name="connsiteY32" fmla="*/ 0 h 756957"/>
              <a:gd name="connsiteX33" fmla="*/ 231189 w 756957"/>
              <a:gd name="connsiteY33" fmla="*/ 0 h 756957"/>
              <a:gd name="connsiteX34" fmla="*/ 756957 w 756957"/>
              <a:gd name="connsiteY34" fmla="*/ 525769 h 756957"/>
              <a:gd name="connsiteX35" fmla="*/ 756957 w 756957"/>
              <a:gd name="connsiteY35" fmla="*/ 563057 h 756957"/>
              <a:gd name="connsiteX36" fmla="*/ 52204 w 756957"/>
              <a:gd name="connsiteY36" fmla="*/ 0 h 756957"/>
              <a:gd name="connsiteX37" fmla="*/ 89492 w 756957"/>
              <a:gd name="connsiteY37" fmla="*/ 0 h 756957"/>
              <a:gd name="connsiteX38" fmla="*/ 756957 w 756957"/>
              <a:gd name="connsiteY38" fmla="*/ 667465 h 756957"/>
              <a:gd name="connsiteX39" fmla="*/ 756957 w 756957"/>
              <a:gd name="connsiteY39" fmla="*/ 704753 h 756957"/>
            </a:gdLst>
            <a:ahLst/>
            <a:cxnLst/>
            <a:rect l="l" t="t" r="r" b="b"/>
            <a:pathLst>
              <a:path w="756957" h="756957">
                <a:moveTo>
                  <a:pt x="0" y="622718"/>
                </a:moveTo>
                <a:lnTo>
                  <a:pt x="134239" y="756957"/>
                </a:lnTo>
                <a:lnTo>
                  <a:pt x="98814" y="756957"/>
                </a:lnTo>
                <a:lnTo>
                  <a:pt x="0" y="658142"/>
                </a:lnTo>
                <a:close/>
                <a:moveTo>
                  <a:pt x="0" y="479157"/>
                </a:moveTo>
                <a:lnTo>
                  <a:pt x="277800" y="756957"/>
                </a:lnTo>
                <a:lnTo>
                  <a:pt x="240510" y="756957"/>
                </a:lnTo>
                <a:lnTo>
                  <a:pt x="0" y="516446"/>
                </a:lnTo>
                <a:close/>
                <a:moveTo>
                  <a:pt x="0" y="337461"/>
                </a:moveTo>
                <a:lnTo>
                  <a:pt x="419496" y="756957"/>
                </a:lnTo>
                <a:lnTo>
                  <a:pt x="382208" y="756957"/>
                </a:lnTo>
                <a:lnTo>
                  <a:pt x="0" y="374750"/>
                </a:lnTo>
                <a:close/>
                <a:moveTo>
                  <a:pt x="0" y="195765"/>
                </a:moveTo>
                <a:lnTo>
                  <a:pt x="561192" y="756957"/>
                </a:lnTo>
                <a:lnTo>
                  <a:pt x="525768" y="756957"/>
                </a:lnTo>
                <a:lnTo>
                  <a:pt x="0" y="231189"/>
                </a:lnTo>
                <a:close/>
                <a:moveTo>
                  <a:pt x="0" y="52204"/>
                </a:moveTo>
                <a:lnTo>
                  <a:pt x="702889" y="756957"/>
                </a:lnTo>
                <a:lnTo>
                  <a:pt x="667465" y="756957"/>
                </a:lnTo>
                <a:lnTo>
                  <a:pt x="0" y="89493"/>
                </a:lnTo>
                <a:close/>
                <a:moveTo>
                  <a:pt x="620855" y="0"/>
                </a:moveTo>
                <a:lnTo>
                  <a:pt x="658143" y="0"/>
                </a:lnTo>
                <a:lnTo>
                  <a:pt x="756957" y="98814"/>
                </a:lnTo>
                <a:lnTo>
                  <a:pt x="756957" y="136103"/>
                </a:lnTo>
                <a:close/>
                <a:moveTo>
                  <a:pt x="479157" y="0"/>
                </a:moveTo>
                <a:lnTo>
                  <a:pt x="516445" y="0"/>
                </a:lnTo>
                <a:lnTo>
                  <a:pt x="756957" y="240511"/>
                </a:lnTo>
                <a:lnTo>
                  <a:pt x="756957" y="277800"/>
                </a:lnTo>
                <a:close/>
                <a:moveTo>
                  <a:pt x="337461" y="0"/>
                </a:moveTo>
                <a:lnTo>
                  <a:pt x="372885" y="0"/>
                </a:lnTo>
                <a:lnTo>
                  <a:pt x="756957" y="384073"/>
                </a:lnTo>
                <a:lnTo>
                  <a:pt x="756957" y="419496"/>
                </a:lnTo>
                <a:close/>
                <a:moveTo>
                  <a:pt x="195765" y="0"/>
                </a:moveTo>
                <a:lnTo>
                  <a:pt x="231189" y="0"/>
                </a:lnTo>
                <a:lnTo>
                  <a:pt x="756957" y="525769"/>
                </a:lnTo>
                <a:lnTo>
                  <a:pt x="756957" y="563057"/>
                </a:lnTo>
                <a:close/>
                <a:moveTo>
                  <a:pt x="52204" y="0"/>
                </a:moveTo>
                <a:lnTo>
                  <a:pt x="89492" y="0"/>
                </a:lnTo>
                <a:lnTo>
                  <a:pt x="756957" y="667465"/>
                </a:lnTo>
                <a:lnTo>
                  <a:pt x="756957" y="704753"/>
                </a:lnTo>
                <a:close/>
              </a:path>
            </a:pathLst>
          </a:custGeom>
          <a:solidFill>
            <a:schemeClr val="accent1"/>
          </a:solidFill>
          <a:ln w="1632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870659" y="250490"/>
            <a:ext cx="10377569" cy="53641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2800">
                <a:ln w="889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KOC数据收集概览</a:t>
            </a:r>
            <a:endParaRPr kumimoji="1" lang="zh-CN" altLang="en-US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2">
            <a:alphaModFix/>
          </a:blip>
          <a:srcRect t="1905"/>
          <a:stretch>
            <a:fillRect/>
          </a:stretch>
        </p:blipFill>
        <p:spPr>
          <a:xfrm>
            <a:off x="10071100" y="7620"/>
            <a:ext cx="1066800" cy="104648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11137900" y="0"/>
            <a:ext cx="1054100" cy="105410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4">
            <a:alphaModFix/>
          </a:blip>
          <a:srcRect t="4051"/>
          <a:stretch>
            <a:fillRect/>
          </a:stretch>
        </p:blipFill>
        <p:spPr>
          <a:xfrm>
            <a:off x="2246581" y="2911955"/>
            <a:ext cx="7322275" cy="456445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660400" y="1419726"/>
            <a:ext cx="5178926" cy="4010526"/>
          </a:xfrm>
          <a:prstGeom prst="round2Diag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852905" y="1668379"/>
            <a:ext cx="4816332" cy="4106778"/>
          </a:xfrm>
          <a:prstGeom prst="round2DiagRect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131442" y="1822730"/>
            <a:ext cx="1235243" cy="1058217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5400">
                <a:ln w="15875">
                  <a:solidFill>
                    <a:srgbClr val="3860F4">
                      <a:alpha val="100000"/>
                    </a:srgbClr>
                  </a:solidFill>
                </a:ln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01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5339421" y="1822730"/>
            <a:ext cx="166491" cy="166491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2046371" y="1824896"/>
            <a:ext cx="4290696" cy="903248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462F5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数据展示界面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6339974" y="1419726"/>
            <a:ext cx="5178926" cy="4010526"/>
          </a:xfrm>
          <a:prstGeom prst="round2Diag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6532479" y="1668379"/>
            <a:ext cx="4816332" cy="4106778"/>
          </a:xfrm>
          <a:prstGeom prst="round2DiagRect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6811016" y="1822730"/>
            <a:ext cx="1235243" cy="106017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5400">
                <a:ln w="15875">
                  <a:solidFill>
                    <a:srgbClr val="3860F4">
                      <a:alpha val="100000"/>
                    </a:srgbClr>
                  </a:solidFill>
                </a:ln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02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1018995" y="1822730"/>
            <a:ext cx="166491" cy="166491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7903745" y="1824896"/>
            <a:ext cx="4290696" cy="903248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462F5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数据分析方法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flipH="1">
            <a:off x="300755" y="309663"/>
            <a:ext cx="418072" cy="418072"/>
          </a:xfrm>
          <a:custGeom>
            <a:avLst/>
            <a:gdLst>
              <a:gd name="connsiteX0" fmla="*/ 0 w 756957"/>
              <a:gd name="connsiteY0" fmla="*/ 622718 h 756957"/>
              <a:gd name="connsiteX1" fmla="*/ 134239 w 756957"/>
              <a:gd name="connsiteY1" fmla="*/ 756957 h 756957"/>
              <a:gd name="connsiteX2" fmla="*/ 98814 w 756957"/>
              <a:gd name="connsiteY2" fmla="*/ 756957 h 756957"/>
              <a:gd name="connsiteX3" fmla="*/ 0 w 756957"/>
              <a:gd name="connsiteY3" fmla="*/ 658142 h 756957"/>
              <a:gd name="connsiteX4" fmla="*/ 0 w 756957"/>
              <a:gd name="connsiteY4" fmla="*/ 479157 h 756957"/>
              <a:gd name="connsiteX5" fmla="*/ 277800 w 756957"/>
              <a:gd name="connsiteY5" fmla="*/ 756957 h 756957"/>
              <a:gd name="connsiteX6" fmla="*/ 240510 w 756957"/>
              <a:gd name="connsiteY6" fmla="*/ 756957 h 756957"/>
              <a:gd name="connsiteX7" fmla="*/ 0 w 756957"/>
              <a:gd name="connsiteY7" fmla="*/ 516446 h 756957"/>
              <a:gd name="connsiteX8" fmla="*/ 0 w 756957"/>
              <a:gd name="connsiteY8" fmla="*/ 337461 h 756957"/>
              <a:gd name="connsiteX9" fmla="*/ 419496 w 756957"/>
              <a:gd name="connsiteY9" fmla="*/ 756957 h 756957"/>
              <a:gd name="connsiteX10" fmla="*/ 382208 w 756957"/>
              <a:gd name="connsiteY10" fmla="*/ 756957 h 756957"/>
              <a:gd name="connsiteX11" fmla="*/ 0 w 756957"/>
              <a:gd name="connsiteY11" fmla="*/ 374750 h 756957"/>
              <a:gd name="connsiteX12" fmla="*/ 0 w 756957"/>
              <a:gd name="connsiteY12" fmla="*/ 195765 h 756957"/>
              <a:gd name="connsiteX13" fmla="*/ 561192 w 756957"/>
              <a:gd name="connsiteY13" fmla="*/ 756957 h 756957"/>
              <a:gd name="connsiteX14" fmla="*/ 525768 w 756957"/>
              <a:gd name="connsiteY14" fmla="*/ 756957 h 756957"/>
              <a:gd name="connsiteX15" fmla="*/ 0 w 756957"/>
              <a:gd name="connsiteY15" fmla="*/ 231189 h 756957"/>
              <a:gd name="connsiteX16" fmla="*/ 0 w 756957"/>
              <a:gd name="connsiteY16" fmla="*/ 52204 h 756957"/>
              <a:gd name="connsiteX17" fmla="*/ 702889 w 756957"/>
              <a:gd name="connsiteY17" fmla="*/ 756957 h 756957"/>
              <a:gd name="connsiteX18" fmla="*/ 667465 w 756957"/>
              <a:gd name="connsiteY18" fmla="*/ 756957 h 756957"/>
              <a:gd name="connsiteX19" fmla="*/ 0 w 756957"/>
              <a:gd name="connsiteY19" fmla="*/ 89493 h 756957"/>
              <a:gd name="connsiteX20" fmla="*/ 620855 w 756957"/>
              <a:gd name="connsiteY20" fmla="*/ 0 h 756957"/>
              <a:gd name="connsiteX21" fmla="*/ 658143 w 756957"/>
              <a:gd name="connsiteY21" fmla="*/ 0 h 756957"/>
              <a:gd name="connsiteX22" fmla="*/ 756957 w 756957"/>
              <a:gd name="connsiteY22" fmla="*/ 98814 h 756957"/>
              <a:gd name="connsiteX23" fmla="*/ 756957 w 756957"/>
              <a:gd name="connsiteY23" fmla="*/ 136103 h 756957"/>
              <a:gd name="connsiteX24" fmla="*/ 479157 w 756957"/>
              <a:gd name="connsiteY24" fmla="*/ 0 h 756957"/>
              <a:gd name="connsiteX25" fmla="*/ 516445 w 756957"/>
              <a:gd name="connsiteY25" fmla="*/ 0 h 756957"/>
              <a:gd name="connsiteX26" fmla="*/ 756957 w 756957"/>
              <a:gd name="connsiteY26" fmla="*/ 240511 h 756957"/>
              <a:gd name="connsiteX27" fmla="*/ 756957 w 756957"/>
              <a:gd name="connsiteY27" fmla="*/ 277800 h 756957"/>
              <a:gd name="connsiteX28" fmla="*/ 337461 w 756957"/>
              <a:gd name="connsiteY28" fmla="*/ 0 h 756957"/>
              <a:gd name="connsiteX29" fmla="*/ 372885 w 756957"/>
              <a:gd name="connsiteY29" fmla="*/ 0 h 756957"/>
              <a:gd name="connsiteX30" fmla="*/ 756957 w 756957"/>
              <a:gd name="connsiteY30" fmla="*/ 384073 h 756957"/>
              <a:gd name="connsiteX31" fmla="*/ 756957 w 756957"/>
              <a:gd name="connsiteY31" fmla="*/ 419496 h 756957"/>
              <a:gd name="connsiteX32" fmla="*/ 195765 w 756957"/>
              <a:gd name="connsiteY32" fmla="*/ 0 h 756957"/>
              <a:gd name="connsiteX33" fmla="*/ 231189 w 756957"/>
              <a:gd name="connsiteY33" fmla="*/ 0 h 756957"/>
              <a:gd name="connsiteX34" fmla="*/ 756957 w 756957"/>
              <a:gd name="connsiteY34" fmla="*/ 525769 h 756957"/>
              <a:gd name="connsiteX35" fmla="*/ 756957 w 756957"/>
              <a:gd name="connsiteY35" fmla="*/ 563057 h 756957"/>
              <a:gd name="connsiteX36" fmla="*/ 52204 w 756957"/>
              <a:gd name="connsiteY36" fmla="*/ 0 h 756957"/>
              <a:gd name="connsiteX37" fmla="*/ 89492 w 756957"/>
              <a:gd name="connsiteY37" fmla="*/ 0 h 756957"/>
              <a:gd name="connsiteX38" fmla="*/ 756957 w 756957"/>
              <a:gd name="connsiteY38" fmla="*/ 667465 h 756957"/>
              <a:gd name="connsiteX39" fmla="*/ 756957 w 756957"/>
              <a:gd name="connsiteY39" fmla="*/ 704753 h 756957"/>
            </a:gdLst>
            <a:ahLst/>
            <a:cxnLst/>
            <a:rect l="l" t="t" r="r" b="b"/>
            <a:pathLst>
              <a:path w="756957" h="756957">
                <a:moveTo>
                  <a:pt x="0" y="622718"/>
                </a:moveTo>
                <a:lnTo>
                  <a:pt x="134239" y="756957"/>
                </a:lnTo>
                <a:lnTo>
                  <a:pt x="98814" y="756957"/>
                </a:lnTo>
                <a:lnTo>
                  <a:pt x="0" y="658142"/>
                </a:lnTo>
                <a:close/>
                <a:moveTo>
                  <a:pt x="0" y="479157"/>
                </a:moveTo>
                <a:lnTo>
                  <a:pt x="277800" y="756957"/>
                </a:lnTo>
                <a:lnTo>
                  <a:pt x="240510" y="756957"/>
                </a:lnTo>
                <a:lnTo>
                  <a:pt x="0" y="516446"/>
                </a:lnTo>
                <a:close/>
                <a:moveTo>
                  <a:pt x="0" y="337461"/>
                </a:moveTo>
                <a:lnTo>
                  <a:pt x="419496" y="756957"/>
                </a:lnTo>
                <a:lnTo>
                  <a:pt x="382208" y="756957"/>
                </a:lnTo>
                <a:lnTo>
                  <a:pt x="0" y="374750"/>
                </a:lnTo>
                <a:close/>
                <a:moveTo>
                  <a:pt x="0" y="195765"/>
                </a:moveTo>
                <a:lnTo>
                  <a:pt x="561192" y="756957"/>
                </a:lnTo>
                <a:lnTo>
                  <a:pt x="525768" y="756957"/>
                </a:lnTo>
                <a:lnTo>
                  <a:pt x="0" y="231189"/>
                </a:lnTo>
                <a:close/>
                <a:moveTo>
                  <a:pt x="0" y="52204"/>
                </a:moveTo>
                <a:lnTo>
                  <a:pt x="702889" y="756957"/>
                </a:lnTo>
                <a:lnTo>
                  <a:pt x="667465" y="756957"/>
                </a:lnTo>
                <a:lnTo>
                  <a:pt x="0" y="89493"/>
                </a:lnTo>
                <a:close/>
                <a:moveTo>
                  <a:pt x="620855" y="0"/>
                </a:moveTo>
                <a:lnTo>
                  <a:pt x="658143" y="0"/>
                </a:lnTo>
                <a:lnTo>
                  <a:pt x="756957" y="98814"/>
                </a:lnTo>
                <a:lnTo>
                  <a:pt x="756957" y="136103"/>
                </a:lnTo>
                <a:close/>
                <a:moveTo>
                  <a:pt x="479157" y="0"/>
                </a:moveTo>
                <a:lnTo>
                  <a:pt x="516445" y="0"/>
                </a:lnTo>
                <a:lnTo>
                  <a:pt x="756957" y="240511"/>
                </a:lnTo>
                <a:lnTo>
                  <a:pt x="756957" y="277800"/>
                </a:lnTo>
                <a:close/>
                <a:moveTo>
                  <a:pt x="337461" y="0"/>
                </a:moveTo>
                <a:lnTo>
                  <a:pt x="372885" y="0"/>
                </a:lnTo>
                <a:lnTo>
                  <a:pt x="756957" y="384073"/>
                </a:lnTo>
                <a:lnTo>
                  <a:pt x="756957" y="419496"/>
                </a:lnTo>
                <a:close/>
                <a:moveTo>
                  <a:pt x="195765" y="0"/>
                </a:moveTo>
                <a:lnTo>
                  <a:pt x="231189" y="0"/>
                </a:lnTo>
                <a:lnTo>
                  <a:pt x="756957" y="525769"/>
                </a:lnTo>
                <a:lnTo>
                  <a:pt x="756957" y="563057"/>
                </a:lnTo>
                <a:close/>
                <a:moveTo>
                  <a:pt x="52204" y="0"/>
                </a:moveTo>
                <a:lnTo>
                  <a:pt x="89492" y="0"/>
                </a:lnTo>
                <a:lnTo>
                  <a:pt x="756957" y="667465"/>
                </a:lnTo>
                <a:lnTo>
                  <a:pt x="756957" y="704753"/>
                </a:lnTo>
                <a:close/>
              </a:path>
            </a:pathLst>
          </a:custGeom>
          <a:solidFill>
            <a:schemeClr val="accent1"/>
          </a:solidFill>
          <a:ln w="1632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870659" y="250490"/>
            <a:ext cx="10377569" cy="53641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2800">
                <a:ln w="889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数据清洗展示与分析</a:t>
            </a:r>
            <a:endParaRPr kumimoji="1" lang="zh-CN" alt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alphaModFix/>
          </a:blip>
          <a:srcRect t="1905"/>
          <a:stretch>
            <a:fillRect/>
          </a:stretch>
        </p:blipFill>
        <p:spPr>
          <a:xfrm>
            <a:off x="10074512" y="3592"/>
            <a:ext cx="1066800" cy="104648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11141312" y="-4028"/>
            <a:ext cx="1054100" cy="10541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>
            <a:alphaModFix/>
          </a:blip>
          <a:srcRect/>
          <a:stretch>
            <a:fillRect/>
          </a:stretch>
        </p:blipFill>
        <p:spPr>
          <a:xfrm>
            <a:off x="7545" y="2913611"/>
            <a:ext cx="5833002" cy="276529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>
            <a:alphaModFix/>
          </a:blip>
          <a:srcRect/>
          <a:stretch>
            <a:fillRect/>
          </a:stretch>
        </p:blipFill>
        <p:spPr>
          <a:xfrm>
            <a:off x="5956300" y="2913611"/>
            <a:ext cx="6096000" cy="28341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alphaModFix/>
          </a:blip>
          <a:srcRect l="26713" r="14501"/>
          <a:stretch>
            <a:fillRect/>
          </a:stretch>
        </p:blipFill>
        <p:spPr>
          <a:xfrm flipH="1">
            <a:off x="0" y="1"/>
            <a:ext cx="11209621" cy="6857999"/>
          </a:xfrm>
          <a:custGeom>
            <a:avLst/>
            <a:gdLst>
              <a:gd name="connsiteX0" fmla="*/ 0 w 11209621"/>
              <a:gd name="connsiteY0" fmla="*/ 0 h 6857999"/>
              <a:gd name="connsiteX1" fmla="*/ 11209621 w 11209621"/>
              <a:gd name="connsiteY1" fmla="*/ 0 h 6857999"/>
              <a:gd name="connsiteX2" fmla="*/ 11209621 w 11209621"/>
              <a:gd name="connsiteY2" fmla="*/ 6857999 h 6857999"/>
              <a:gd name="connsiteX3" fmla="*/ 0 w 11209621"/>
              <a:gd name="connsiteY3" fmla="*/ 6857999 h 6857999"/>
            </a:gdLst>
            <a:ahLst/>
            <a:cxnLst/>
            <a:rect l="l" t="t" r="r" b="b"/>
            <a:pathLst>
              <a:path w="11209621" h="6857999">
                <a:moveTo>
                  <a:pt x="0" y="0"/>
                </a:moveTo>
                <a:lnTo>
                  <a:pt x="11209621" y="0"/>
                </a:lnTo>
                <a:lnTo>
                  <a:pt x="11209621" y="6857999"/>
                </a:lnTo>
                <a:lnTo>
                  <a:pt x="0" y="6857999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alphaModFix/>
          </a:blip>
          <a:srcRect t="34327"/>
          <a:stretch>
            <a:fillRect/>
          </a:stretch>
        </p:blipFill>
        <p:spPr>
          <a:xfrm flipH="1">
            <a:off x="4477235" y="1"/>
            <a:ext cx="5486400" cy="2402061"/>
          </a:xfrm>
          <a:custGeom>
            <a:avLst/>
            <a:gdLst>
              <a:gd name="connsiteX0" fmla="*/ 0 w 5486400"/>
              <a:gd name="connsiteY0" fmla="*/ 0 h 2402061"/>
              <a:gd name="connsiteX1" fmla="*/ 5486400 w 5486400"/>
              <a:gd name="connsiteY1" fmla="*/ 0 h 2402061"/>
              <a:gd name="connsiteX2" fmla="*/ 5486400 w 5486400"/>
              <a:gd name="connsiteY2" fmla="*/ 2402061 h 2402061"/>
              <a:gd name="connsiteX3" fmla="*/ 0 w 5486400"/>
              <a:gd name="connsiteY3" fmla="*/ 2402061 h 2402061"/>
            </a:gdLst>
            <a:ahLst/>
            <a:cxnLst/>
            <a:rect l="l" t="t" r="r" b="b"/>
            <a:pathLst>
              <a:path w="5486400" h="2402061">
                <a:moveTo>
                  <a:pt x="0" y="0"/>
                </a:moveTo>
                <a:lnTo>
                  <a:pt x="5486400" y="0"/>
                </a:lnTo>
                <a:lnTo>
                  <a:pt x="5486400" y="2402061"/>
                </a:lnTo>
                <a:lnTo>
                  <a:pt x="0" y="2402061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alphaModFix/>
          </a:blip>
          <a:srcRect b="50508"/>
          <a:stretch>
            <a:fillRect/>
          </a:stretch>
        </p:blipFill>
        <p:spPr>
          <a:xfrm flipH="1">
            <a:off x="4761855" y="5047798"/>
            <a:ext cx="5486400" cy="1810202"/>
          </a:xfrm>
          <a:custGeom>
            <a:avLst/>
            <a:gdLst>
              <a:gd name="connsiteX0" fmla="*/ 0 w 5486400"/>
              <a:gd name="connsiteY0" fmla="*/ 0 h 1810202"/>
              <a:gd name="connsiteX1" fmla="*/ 5486400 w 5486400"/>
              <a:gd name="connsiteY1" fmla="*/ 0 h 1810202"/>
              <a:gd name="connsiteX2" fmla="*/ 5486400 w 5486400"/>
              <a:gd name="connsiteY2" fmla="*/ 1810202 h 1810202"/>
              <a:gd name="connsiteX3" fmla="*/ 0 w 5486400"/>
              <a:gd name="connsiteY3" fmla="*/ 1810202 h 1810202"/>
            </a:gdLst>
            <a:ahLst/>
            <a:cxnLst/>
            <a:rect l="l" t="t" r="r" b="b"/>
            <a:pathLst>
              <a:path w="5486400" h="1810202">
                <a:moveTo>
                  <a:pt x="0" y="0"/>
                </a:moveTo>
                <a:lnTo>
                  <a:pt x="5486400" y="0"/>
                </a:lnTo>
                <a:lnTo>
                  <a:pt x="5486400" y="1810202"/>
                </a:lnTo>
                <a:lnTo>
                  <a:pt x="0" y="1810202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5" name="标题 1"/>
          <p:cNvSpPr txBox="1"/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37800">
                <a:schemeClr val="accent1">
                  <a:lumMod val="50000"/>
                  <a:alpha val="90000"/>
                </a:schemeClr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7688427" y="598069"/>
            <a:ext cx="2116208" cy="224367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10000"/>
              </a:lnSpc>
            </a:pPr>
            <a:r>
              <a:rPr kumimoji="1" lang="en-US" altLang="zh-CN" sz="6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02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5762466" y="3059286"/>
            <a:ext cx="4875884" cy="67355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69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6643016" y="5356933"/>
            <a:ext cx="4875884" cy="215539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69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5936646" y="3252579"/>
            <a:ext cx="5619770" cy="181020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4000">
                <a:ln w="12700">
                  <a:noFill/>
                </a:ln>
                <a:gradFill>
                  <a:gsLst>
                    <a:gs pos="38000">
                      <a:srgbClr val="FFFFFF">
                        <a:alpha val="100000"/>
                      </a:srgbClr>
                    </a:gs>
                    <a:gs pos="96000">
                      <a:srgbClr val="0462F5">
                        <a:alpha val="100000"/>
                      </a:srgbClr>
                    </a:gs>
                  </a:gsLst>
                  <a:lin ang="5400000" scaled="0"/>
                </a:gradFill>
                <a:latin typeface="OPPOSans H"/>
                <a:ea typeface="OPPOSans H"/>
                <a:cs typeface="OPPOSans H"/>
              </a:rPr>
              <a:t>专业评分系统设计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6387306" y="2859724"/>
            <a:ext cx="2520000" cy="1080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69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5563016" y="5898315"/>
            <a:ext cx="2520000" cy="1080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69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7460222" y="5734340"/>
            <a:ext cx="2520000" cy="1080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69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Group 12"/>
          <p:cNvGrpSpPr/>
          <p:nvPr/>
        </p:nvGrpSpPr>
        <p:grpSpPr>
          <a:xfrm>
            <a:off x="728272" y="554429"/>
            <a:ext cx="802640" cy="415756"/>
            <a:chOff x="728272" y="554429"/>
            <a:chExt cx="802640" cy="415756"/>
          </a:xfrm>
        </p:grpSpPr>
        <p:sp>
          <p:nvSpPr>
            <p:cNvPr id="14" name="标题 1"/>
            <p:cNvSpPr txBox="1"/>
            <p:nvPr/>
          </p:nvSpPr>
          <p:spPr>
            <a:xfrm>
              <a:off x="1198768" y="554429"/>
              <a:ext cx="332144" cy="415756"/>
            </a:xfrm>
            <a:prstGeom prst="chevron">
              <a:avLst>
                <a:gd name="adj" fmla="val 56867"/>
              </a:avLst>
            </a:prstGeom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>
              <a:off x="963520" y="554429"/>
              <a:ext cx="332144" cy="415756"/>
            </a:xfrm>
            <a:prstGeom prst="chevron">
              <a:avLst>
                <a:gd name="adj" fmla="val 56867"/>
              </a:avLst>
            </a:prstGeom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0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>
              <a:off x="728272" y="554429"/>
              <a:ext cx="332144" cy="415756"/>
            </a:xfrm>
            <a:prstGeom prst="chevron">
              <a:avLst>
                <a:gd name="adj" fmla="val 56867"/>
              </a:avLst>
            </a:prstGeom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10175823" y="6115757"/>
            <a:ext cx="1380593" cy="119944"/>
            <a:chOff x="10175823" y="6115757"/>
            <a:chExt cx="1380593" cy="119944"/>
          </a:xfrm>
        </p:grpSpPr>
        <p:sp>
          <p:nvSpPr>
            <p:cNvPr id="18" name="标题 1"/>
            <p:cNvSpPr txBox="1"/>
            <p:nvPr/>
          </p:nvSpPr>
          <p:spPr>
            <a:xfrm rot="16200000">
              <a:off x="10224154" y="6067426"/>
              <a:ext cx="119943" cy="216605"/>
            </a:xfrm>
            <a:custGeom>
              <a:avLst/>
              <a:gdLst>
                <a:gd name="connsiteX0" fmla="*/ 187000 w 188130"/>
                <a:gd name="connsiteY0" fmla="*/ 0 h 302349"/>
                <a:gd name="connsiteX1" fmla="*/ 0 w 188130"/>
                <a:gd name="connsiteY1" fmla="*/ 187000 h 302349"/>
                <a:gd name="connsiteX2" fmla="*/ 0 w 188130"/>
                <a:gd name="connsiteY2" fmla="*/ 302350 h 302349"/>
                <a:gd name="connsiteX3" fmla="*/ 188131 w 188130"/>
                <a:gd name="connsiteY3" fmla="*/ 114219 h 302349"/>
                <a:gd name="connsiteX4" fmla="*/ 187000 w 188130"/>
                <a:gd name="connsiteY4" fmla="*/ 0 h 302349"/>
              </a:gdLst>
              <a:ahLst/>
              <a:cxnLst/>
              <a:rect l="l" t="t" r="r" b="b"/>
              <a:pathLst>
                <a:path w="188130" h="302349">
                  <a:moveTo>
                    <a:pt x="187000" y="0"/>
                  </a:moveTo>
                  <a:lnTo>
                    <a:pt x="0" y="187000"/>
                  </a:lnTo>
                  <a:lnTo>
                    <a:pt x="0" y="302350"/>
                  </a:lnTo>
                  <a:lnTo>
                    <a:pt x="188131" y="114219"/>
                  </a:lnTo>
                  <a:lnTo>
                    <a:pt x="187000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51000"/>
              </a:schemeClr>
            </a:solidFill>
            <a:ln w="4038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0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rot="16200000">
              <a:off x="10369653" y="6067441"/>
              <a:ext cx="119943" cy="216576"/>
            </a:xfrm>
            <a:custGeom>
              <a:avLst/>
              <a:gdLst>
                <a:gd name="connsiteX0" fmla="*/ 187000 w 188130"/>
                <a:gd name="connsiteY0" fmla="*/ 0 h 302309"/>
                <a:gd name="connsiteX1" fmla="*/ 0 w 188130"/>
                <a:gd name="connsiteY1" fmla="*/ 187000 h 302309"/>
                <a:gd name="connsiteX2" fmla="*/ 0 w 188130"/>
                <a:gd name="connsiteY2" fmla="*/ 302309 h 302309"/>
                <a:gd name="connsiteX3" fmla="*/ 188131 w 188130"/>
                <a:gd name="connsiteY3" fmla="*/ 114179 h 302309"/>
                <a:gd name="connsiteX4" fmla="*/ 187000 w 188130"/>
                <a:gd name="connsiteY4" fmla="*/ 0 h 302309"/>
              </a:gdLst>
              <a:ahLst/>
              <a:cxnLst/>
              <a:rect l="l" t="t" r="r" b="b"/>
              <a:pathLst>
                <a:path w="188130" h="302309">
                  <a:moveTo>
                    <a:pt x="187000" y="0"/>
                  </a:moveTo>
                  <a:lnTo>
                    <a:pt x="0" y="187000"/>
                  </a:lnTo>
                  <a:lnTo>
                    <a:pt x="0" y="302309"/>
                  </a:lnTo>
                  <a:lnTo>
                    <a:pt x="188131" y="114179"/>
                  </a:lnTo>
                  <a:lnTo>
                    <a:pt x="187000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51000"/>
              </a:schemeClr>
            </a:solidFill>
            <a:ln w="4038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rot="16200000">
              <a:off x="10515151" y="6067426"/>
              <a:ext cx="119943" cy="216605"/>
            </a:xfrm>
            <a:custGeom>
              <a:avLst/>
              <a:gdLst>
                <a:gd name="connsiteX0" fmla="*/ 187000 w 188130"/>
                <a:gd name="connsiteY0" fmla="*/ 0 h 302349"/>
                <a:gd name="connsiteX1" fmla="*/ 0 w 188130"/>
                <a:gd name="connsiteY1" fmla="*/ 187000 h 302349"/>
                <a:gd name="connsiteX2" fmla="*/ 0 w 188130"/>
                <a:gd name="connsiteY2" fmla="*/ 302350 h 302349"/>
                <a:gd name="connsiteX3" fmla="*/ 188131 w 188130"/>
                <a:gd name="connsiteY3" fmla="*/ 114219 h 302349"/>
                <a:gd name="connsiteX4" fmla="*/ 187000 w 188130"/>
                <a:gd name="connsiteY4" fmla="*/ 0 h 302349"/>
              </a:gdLst>
              <a:ahLst/>
              <a:cxnLst/>
              <a:rect l="l" t="t" r="r" b="b"/>
              <a:pathLst>
                <a:path w="188130" h="302349">
                  <a:moveTo>
                    <a:pt x="187000" y="0"/>
                  </a:moveTo>
                  <a:lnTo>
                    <a:pt x="0" y="187000"/>
                  </a:lnTo>
                  <a:lnTo>
                    <a:pt x="0" y="302350"/>
                  </a:lnTo>
                  <a:lnTo>
                    <a:pt x="188131" y="114219"/>
                  </a:lnTo>
                  <a:lnTo>
                    <a:pt x="187000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51000"/>
              </a:schemeClr>
            </a:solidFill>
            <a:ln w="4038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rot="16200000">
              <a:off x="10660663" y="6067426"/>
              <a:ext cx="119943" cy="216605"/>
            </a:xfrm>
            <a:custGeom>
              <a:avLst/>
              <a:gdLst>
                <a:gd name="connsiteX0" fmla="*/ 187000 w 188130"/>
                <a:gd name="connsiteY0" fmla="*/ 0 h 302349"/>
                <a:gd name="connsiteX1" fmla="*/ 0 w 188130"/>
                <a:gd name="connsiteY1" fmla="*/ 187000 h 302349"/>
                <a:gd name="connsiteX2" fmla="*/ 0 w 188130"/>
                <a:gd name="connsiteY2" fmla="*/ 302350 h 302349"/>
                <a:gd name="connsiteX3" fmla="*/ 188131 w 188130"/>
                <a:gd name="connsiteY3" fmla="*/ 114219 h 302349"/>
                <a:gd name="connsiteX4" fmla="*/ 187000 w 188130"/>
                <a:gd name="connsiteY4" fmla="*/ 0 h 302349"/>
              </a:gdLst>
              <a:ahLst/>
              <a:cxnLst/>
              <a:rect l="l" t="t" r="r" b="b"/>
              <a:pathLst>
                <a:path w="188130" h="302349">
                  <a:moveTo>
                    <a:pt x="187000" y="0"/>
                  </a:moveTo>
                  <a:lnTo>
                    <a:pt x="0" y="187000"/>
                  </a:lnTo>
                  <a:lnTo>
                    <a:pt x="0" y="302350"/>
                  </a:lnTo>
                  <a:lnTo>
                    <a:pt x="188131" y="114219"/>
                  </a:lnTo>
                  <a:lnTo>
                    <a:pt x="187000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51000"/>
              </a:schemeClr>
            </a:solidFill>
            <a:ln w="4038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rot="16200000">
              <a:off x="10806147" y="6067426"/>
              <a:ext cx="119943" cy="216605"/>
            </a:xfrm>
            <a:custGeom>
              <a:avLst/>
              <a:gdLst>
                <a:gd name="connsiteX0" fmla="*/ 187000 w 188130"/>
                <a:gd name="connsiteY0" fmla="*/ 0 h 302349"/>
                <a:gd name="connsiteX1" fmla="*/ 0 w 188130"/>
                <a:gd name="connsiteY1" fmla="*/ 187000 h 302349"/>
                <a:gd name="connsiteX2" fmla="*/ 0 w 188130"/>
                <a:gd name="connsiteY2" fmla="*/ 302350 h 302349"/>
                <a:gd name="connsiteX3" fmla="*/ 188131 w 188130"/>
                <a:gd name="connsiteY3" fmla="*/ 114219 h 302349"/>
                <a:gd name="connsiteX4" fmla="*/ 187000 w 188130"/>
                <a:gd name="connsiteY4" fmla="*/ 0 h 302349"/>
              </a:gdLst>
              <a:ahLst/>
              <a:cxnLst/>
              <a:rect l="l" t="t" r="r" b="b"/>
              <a:pathLst>
                <a:path w="188130" h="302349">
                  <a:moveTo>
                    <a:pt x="187000" y="0"/>
                  </a:moveTo>
                  <a:lnTo>
                    <a:pt x="0" y="187000"/>
                  </a:lnTo>
                  <a:lnTo>
                    <a:pt x="0" y="302350"/>
                  </a:lnTo>
                  <a:lnTo>
                    <a:pt x="188131" y="114219"/>
                  </a:lnTo>
                  <a:lnTo>
                    <a:pt x="187000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51000"/>
              </a:schemeClr>
            </a:solidFill>
            <a:ln w="4038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rot="16200000">
              <a:off x="10951661" y="6067426"/>
              <a:ext cx="119943" cy="216605"/>
            </a:xfrm>
            <a:custGeom>
              <a:avLst/>
              <a:gdLst>
                <a:gd name="connsiteX0" fmla="*/ 187000 w 188130"/>
                <a:gd name="connsiteY0" fmla="*/ 0 h 302349"/>
                <a:gd name="connsiteX1" fmla="*/ 0 w 188130"/>
                <a:gd name="connsiteY1" fmla="*/ 187000 h 302349"/>
                <a:gd name="connsiteX2" fmla="*/ 0 w 188130"/>
                <a:gd name="connsiteY2" fmla="*/ 302350 h 302349"/>
                <a:gd name="connsiteX3" fmla="*/ 188131 w 188130"/>
                <a:gd name="connsiteY3" fmla="*/ 114219 h 302349"/>
                <a:gd name="connsiteX4" fmla="*/ 187000 w 188130"/>
                <a:gd name="connsiteY4" fmla="*/ 0 h 302349"/>
              </a:gdLst>
              <a:ahLst/>
              <a:cxnLst/>
              <a:rect l="l" t="t" r="r" b="b"/>
              <a:pathLst>
                <a:path w="188130" h="302349">
                  <a:moveTo>
                    <a:pt x="187000" y="0"/>
                  </a:moveTo>
                  <a:lnTo>
                    <a:pt x="0" y="187000"/>
                  </a:lnTo>
                  <a:lnTo>
                    <a:pt x="0" y="302350"/>
                  </a:lnTo>
                  <a:lnTo>
                    <a:pt x="188131" y="114219"/>
                  </a:lnTo>
                  <a:lnTo>
                    <a:pt x="187000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51000"/>
              </a:schemeClr>
            </a:solidFill>
            <a:ln w="4038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rot="16200000">
              <a:off x="11097159" y="6067441"/>
              <a:ext cx="119943" cy="216576"/>
            </a:xfrm>
            <a:custGeom>
              <a:avLst/>
              <a:gdLst>
                <a:gd name="connsiteX0" fmla="*/ 187000 w 188130"/>
                <a:gd name="connsiteY0" fmla="*/ 0 h 302309"/>
                <a:gd name="connsiteX1" fmla="*/ 0 w 188130"/>
                <a:gd name="connsiteY1" fmla="*/ 187000 h 302309"/>
                <a:gd name="connsiteX2" fmla="*/ 0 w 188130"/>
                <a:gd name="connsiteY2" fmla="*/ 302309 h 302309"/>
                <a:gd name="connsiteX3" fmla="*/ 188131 w 188130"/>
                <a:gd name="connsiteY3" fmla="*/ 114179 h 302309"/>
                <a:gd name="connsiteX4" fmla="*/ 187000 w 188130"/>
                <a:gd name="connsiteY4" fmla="*/ 0 h 302309"/>
              </a:gdLst>
              <a:ahLst/>
              <a:cxnLst/>
              <a:rect l="l" t="t" r="r" b="b"/>
              <a:pathLst>
                <a:path w="188130" h="302309">
                  <a:moveTo>
                    <a:pt x="187000" y="0"/>
                  </a:moveTo>
                  <a:lnTo>
                    <a:pt x="0" y="187000"/>
                  </a:lnTo>
                  <a:lnTo>
                    <a:pt x="0" y="302309"/>
                  </a:lnTo>
                  <a:lnTo>
                    <a:pt x="188131" y="114179"/>
                  </a:lnTo>
                  <a:lnTo>
                    <a:pt x="187000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51000"/>
              </a:schemeClr>
            </a:solidFill>
            <a:ln w="4038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rot="16200000">
              <a:off x="11242657" y="6067426"/>
              <a:ext cx="119943" cy="216605"/>
            </a:xfrm>
            <a:custGeom>
              <a:avLst/>
              <a:gdLst>
                <a:gd name="connsiteX0" fmla="*/ 187000 w 188130"/>
                <a:gd name="connsiteY0" fmla="*/ 0 h 302349"/>
                <a:gd name="connsiteX1" fmla="*/ 0 w 188130"/>
                <a:gd name="connsiteY1" fmla="*/ 187000 h 302349"/>
                <a:gd name="connsiteX2" fmla="*/ 0 w 188130"/>
                <a:gd name="connsiteY2" fmla="*/ 302350 h 302349"/>
                <a:gd name="connsiteX3" fmla="*/ 188131 w 188130"/>
                <a:gd name="connsiteY3" fmla="*/ 114219 h 302349"/>
                <a:gd name="connsiteX4" fmla="*/ 187000 w 188130"/>
                <a:gd name="connsiteY4" fmla="*/ 0 h 302349"/>
              </a:gdLst>
              <a:ahLst/>
              <a:cxnLst/>
              <a:rect l="l" t="t" r="r" b="b"/>
              <a:pathLst>
                <a:path w="188130" h="302349">
                  <a:moveTo>
                    <a:pt x="187000" y="0"/>
                  </a:moveTo>
                  <a:lnTo>
                    <a:pt x="0" y="187000"/>
                  </a:lnTo>
                  <a:lnTo>
                    <a:pt x="0" y="302350"/>
                  </a:lnTo>
                  <a:lnTo>
                    <a:pt x="188131" y="114219"/>
                  </a:lnTo>
                  <a:lnTo>
                    <a:pt x="187000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51000"/>
              </a:schemeClr>
            </a:solidFill>
            <a:ln w="4038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6" name="标题 1"/>
            <p:cNvSpPr txBox="1"/>
            <p:nvPr/>
          </p:nvSpPr>
          <p:spPr>
            <a:xfrm rot="16200000">
              <a:off x="11388156" y="6067441"/>
              <a:ext cx="119943" cy="216576"/>
            </a:xfrm>
            <a:custGeom>
              <a:avLst/>
              <a:gdLst>
                <a:gd name="connsiteX0" fmla="*/ 187000 w 188130"/>
                <a:gd name="connsiteY0" fmla="*/ 0 h 302309"/>
                <a:gd name="connsiteX1" fmla="*/ 0 w 188130"/>
                <a:gd name="connsiteY1" fmla="*/ 187000 h 302309"/>
                <a:gd name="connsiteX2" fmla="*/ 0 w 188130"/>
                <a:gd name="connsiteY2" fmla="*/ 302309 h 302309"/>
                <a:gd name="connsiteX3" fmla="*/ 188131 w 188130"/>
                <a:gd name="connsiteY3" fmla="*/ 114179 h 302309"/>
                <a:gd name="connsiteX4" fmla="*/ 187000 w 188130"/>
                <a:gd name="connsiteY4" fmla="*/ 0 h 302309"/>
              </a:gdLst>
              <a:ahLst/>
              <a:cxnLst/>
              <a:rect l="l" t="t" r="r" b="b"/>
              <a:pathLst>
                <a:path w="188130" h="302309">
                  <a:moveTo>
                    <a:pt x="187000" y="0"/>
                  </a:moveTo>
                  <a:lnTo>
                    <a:pt x="0" y="187000"/>
                  </a:lnTo>
                  <a:lnTo>
                    <a:pt x="0" y="302309"/>
                  </a:lnTo>
                  <a:lnTo>
                    <a:pt x="188131" y="114179"/>
                  </a:lnTo>
                  <a:lnTo>
                    <a:pt x="187000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51000"/>
              </a:schemeClr>
            </a:solidFill>
            <a:ln w="4038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pic>
        <p:nvPicPr>
          <p:cNvPr id="27" name="Picture 26"/>
          <p:cNvPicPr>
            <a:picLocks noChangeAspect="1"/>
          </p:cNvPicPr>
          <p:nvPr/>
        </p:nvPicPr>
        <p:blipFill>
          <a:blip r:embed="rId4">
            <a:alphaModFix/>
          </a:blip>
          <a:srcRect t="1905"/>
          <a:stretch>
            <a:fillRect/>
          </a:stretch>
        </p:blipFill>
        <p:spPr>
          <a:xfrm>
            <a:off x="10071100" y="-5080"/>
            <a:ext cx="1066800" cy="104648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5">
            <a:alphaModFix/>
          </a:blip>
          <a:srcRect/>
          <a:stretch>
            <a:fillRect/>
          </a:stretch>
        </p:blipFill>
        <p:spPr>
          <a:xfrm>
            <a:off x="11137900" y="-12700"/>
            <a:ext cx="1054100" cy="1054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1917637" y="1427202"/>
            <a:ext cx="3356463" cy="4465598"/>
          </a:xfrm>
          <a:prstGeom prst="roundRect">
            <a:avLst>
              <a:gd name="adj" fmla="val 3013"/>
            </a:avLst>
          </a:prstGeom>
          <a:solidFill>
            <a:schemeClr val="bg1"/>
          </a:solidFill>
          <a:ln w="12700" cap="sq">
            <a:solidFill>
              <a:schemeClr val="bg1">
                <a:lumMod val="95000"/>
              </a:schemeClr>
            </a:solidFill>
            <a:miter/>
          </a:ln>
          <a:effectLst>
            <a:outerShdw blurRad="228600" sx="98000" sy="98000" algn="ctr" rotWithShape="0">
              <a:schemeClr val="tx1">
                <a:lumMod val="75000"/>
                <a:lumOff val="25000"/>
                <a:alpha val="29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917637" y="1423361"/>
            <a:ext cx="3356463" cy="910783"/>
          </a:xfrm>
          <a:custGeom>
            <a:avLst/>
            <a:gdLst>
              <a:gd name="connsiteX0" fmla="*/ 104959 w 3483534"/>
              <a:gd name="connsiteY0" fmla="*/ 0 h 697102"/>
              <a:gd name="connsiteX1" fmla="*/ 3378575 w 3483534"/>
              <a:gd name="connsiteY1" fmla="*/ 0 h 697102"/>
              <a:gd name="connsiteX2" fmla="*/ 3483534 w 3483534"/>
              <a:gd name="connsiteY2" fmla="*/ 104959 h 697102"/>
              <a:gd name="connsiteX3" fmla="*/ 3483534 w 3483534"/>
              <a:gd name="connsiteY3" fmla="*/ 697102 h 697102"/>
              <a:gd name="connsiteX4" fmla="*/ 0 w 3483534"/>
              <a:gd name="connsiteY4" fmla="*/ 697102 h 697102"/>
              <a:gd name="connsiteX5" fmla="*/ 0 w 3483534"/>
              <a:gd name="connsiteY5" fmla="*/ 104959 h 697102"/>
              <a:gd name="connsiteX6" fmla="*/ 104959 w 3483534"/>
              <a:gd name="connsiteY6" fmla="*/ 0 h 697102"/>
            </a:gdLst>
            <a:ahLst/>
            <a:cxnLst/>
            <a:rect l="l" t="t" r="r" b="b"/>
            <a:pathLst>
              <a:path w="3483534" h="697102">
                <a:moveTo>
                  <a:pt x="104959" y="0"/>
                </a:moveTo>
                <a:lnTo>
                  <a:pt x="3378575" y="0"/>
                </a:lnTo>
                <a:cubicBezTo>
                  <a:pt x="3436542" y="0"/>
                  <a:pt x="3483534" y="46992"/>
                  <a:pt x="3483534" y="104959"/>
                </a:cubicBezTo>
                <a:lnTo>
                  <a:pt x="3483534" y="697102"/>
                </a:lnTo>
                <a:lnTo>
                  <a:pt x="0" y="697102"/>
                </a:lnTo>
                <a:lnTo>
                  <a:pt x="0" y="104959"/>
                </a:lnTo>
                <a:cubicBezTo>
                  <a:pt x="0" y="46992"/>
                  <a:pt x="46992" y="0"/>
                  <a:pt x="104959" y="0"/>
                </a:cubicBezTo>
                <a:close/>
              </a:path>
            </a:pathLst>
          </a:custGeom>
          <a:solidFill>
            <a:schemeClr val="accent1"/>
          </a:solidFill>
          <a:ln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2110948" y="1503220"/>
            <a:ext cx="2954948" cy="75984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评分系统五大维度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2112750" y="4178629"/>
            <a:ext cx="2978936" cy="152627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介绍评分系统的五大维度：
1. 账号影响力
2. 内容传播力
3. 文本内容质量
4. 受众匹配度
5. 商业合作潜力
</a:t>
            </a:r>
            <a:endParaRPr kumimoji="1" lang="zh-CN" altLang="en-US"/>
          </a:p>
        </p:txBody>
      </p:sp>
      <p:cxnSp>
        <p:nvCxnSpPr>
          <p:cNvPr id="7" name="标题 1"/>
          <p:cNvCxnSpPr/>
          <p:nvPr/>
        </p:nvCxnSpPr>
        <p:spPr>
          <a:xfrm>
            <a:off x="2214350" y="4031846"/>
            <a:ext cx="2763036" cy="0"/>
          </a:xfrm>
          <a:prstGeom prst="line">
            <a:avLst/>
          </a:prstGeom>
          <a:noFill/>
          <a:ln w="12700" cap="rnd">
            <a:solidFill>
              <a:schemeClr val="accent1"/>
            </a:solidFill>
            <a:miter/>
          </a:ln>
        </p:spPr>
      </p:cxnSp>
      <p:sp>
        <p:nvSpPr>
          <p:cNvPr id="8" name="标题 1"/>
          <p:cNvSpPr txBox="1"/>
          <p:nvPr/>
        </p:nvSpPr>
        <p:spPr>
          <a:xfrm>
            <a:off x="2991014" y="2583928"/>
            <a:ext cx="1209710" cy="1209710"/>
          </a:xfrm>
          <a:prstGeom prst="ellipse">
            <a:avLst/>
          </a:prstGeom>
          <a:gradFill>
            <a:gsLst>
              <a:gs pos="23000">
                <a:schemeClr val="bg1">
                  <a:alpha val="100000"/>
                </a:schemeClr>
              </a:gs>
              <a:gs pos="100000">
                <a:schemeClr val="accent1">
                  <a:lumMod val="20000"/>
                  <a:lumOff val="80000"/>
                  <a:alpha val="100000"/>
                </a:schemeClr>
              </a:gs>
            </a:gsLst>
            <a:lin ang="2700000" scaled="0"/>
          </a:gradFill>
          <a:ln cap="sq">
            <a:noFill/>
            <a:prstDash val="solid"/>
            <a:miter/>
          </a:ln>
          <a:effectLst>
            <a:outerShdw blurRad="114300" dist="38100" dir="2700000" algn="tl" rotWithShape="0">
              <a:schemeClr val="tx1">
                <a:lumMod val="75000"/>
                <a:lumOff val="25000"/>
                <a:alpha val="22000"/>
              </a:schemeClr>
            </a:outerShdw>
          </a:effectLst>
        </p:spPr>
        <p:txBody>
          <a:bodyPr vert="horz"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6905200" y="1427202"/>
            <a:ext cx="3356463" cy="4464637"/>
          </a:xfrm>
          <a:prstGeom prst="roundRect">
            <a:avLst>
              <a:gd name="adj" fmla="val 3013"/>
            </a:avLst>
          </a:prstGeom>
          <a:solidFill>
            <a:schemeClr val="bg1"/>
          </a:solidFill>
          <a:ln w="12700" cap="sq">
            <a:solidFill>
              <a:schemeClr val="bg1">
                <a:lumMod val="95000"/>
              </a:schemeClr>
            </a:solidFill>
            <a:miter/>
          </a:ln>
          <a:effectLst>
            <a:outerShdw blurRad="228600" sx="98000" sy="98000" algn="ctr" rotWithShape="0">
              <a:schemeClr val="tx1">
                <a:lumMod val="75000"/>
                <a:lumOff val="25000"/>
                <a:alpha val="29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6905200" y="1423361"/>
            <a:ext cx="3356463" cy="913439"/>
          </a:xfrm>
          <a:custGeom>
            <a:avLst/>
            <a:gdLst>
              <a:gd name="connsiteX0" fmla="*/ 104959 w 3483534"/>
              <a:gd name="connsiteY0" fmla="*/ 0 h 697102"/>
              <a:gd name="connsiteX1" fmla="*/ 3378575 w 3483534"/>
              <a:gd name="connsiteY1" fmla="*/ 0 h 697102"/>
              <a:gd name="connsiteX2" fmla="*/ 3483534 w 3483534"/>
              <a:gd name="connsiteY2" fmla="*/ 104959 h 697102"/>
              <a:gd name="connsiteX3" fmla="*/ 3483534 w 3483534"/>
              <a:gd name="connsiteY3" fmla="*/ 697102 h 697102"/>
              <a:gd name="connsiteX4" fmla="*/ 0 w 3483534"/>
              <a:gd name="connsiteY4" fmla="*/ 697102 h 697102"/>
              <a:gd name="connsiteX5" fmla="*/ 0 w 3483534"/>
              <a:gd name="connsiteY5" fmla="*/ 104959 h 697102"/>
              <a:gd name="connsiteX6" fmla="*/ 104959 w 3483534"/>
              <a:gd name="connsiteY6" fmla="*/ 0 h 697102"/>
            </a:gdLst>
            <a:ahLst/>
            <a:cxnLst/>
            <a:rect l="l" t="t" r="r" b="b"/>
            <a:pathLst>
              <a:path w="3483534" h="697102">
                <a:moveTo>
                  <a:pt x="104959" y="0"/>
                </a:moveTo>
                <a:lnTo>
                  <a:pt x="3378575" y="0"/>
                </a:lnTo>
                <a:cubicBezTo>
                  <a:pt x="3436542" y="0"/>
                  <a:pt x="3483534" y="46992"/>
                  <a:pt x="3483534" y="104959"/>
                </a:cubicBezTo>
                <a:lnTo>
                  <a:pt x="3483534" y="697102"/>
                </a:lnTo>
                <a:lnTo>
                  <a:pt x="0" y="697102"/>
                </a:lnTo>
                <a:lnTo>
                  <a:pt x="0" y="104959"/>
                </a:lnTo>
                <a:cubicBezTo>
                  <a:pt x="0" y="46992"/>
                  <a:pt x="46992" y="0"/>
                  <a:pt x="104959" y="0"/>
                </a:cubicBezTo>
                <a:close/>
              </a:path>
            </a:pathLst>
          </a:custGeom>
          <a:solidFill>
            <a:schemeClr val="accent1"/>
          </a:solidFill>
          <a:ln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7098511" y="1503220"/>
            <a:ext cx="2954948" cy="75984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评分系统设计依据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7113013" y="4178629"/>
            <a:ext cx="2966236" cy="152367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endParaRPr kumimoji="1" lang="zh-CN" altLang="en-US"/>
          </a:p>
        </p:txBody>
      </p:sp>
      <p:cxnSp>
        <p:nvCxnSpPr>
          <p:cNvPr id="13" name="标题 1"/>
          <p:cNvCxnSpPr/>
          <p:nvPr/>
        </p:nvCxnSpPr>
        <p:spPr>
          <a:xfrm>
            <a:off x="7201913" y="4031846"/>
            <a:ext cx="2763036" cy="0"/>
          </a:xfrm>
          <a:prstGeom prst="line">
            <a:avLst/>
          </a:prstGeom>
          <a:noFill/>
          <a:ln w="12700" cap="rnd">
            <a:solidFill>
              <a:schemeClr val="accent1"/>
            </a:solidFill>
            <a:miter/>
          </a:ln>
        </p:spPr>
      </p:cxnSp>
      <p:sp>
        <p:nvSpPr>
          <p:cNvPr id="14" name="标题 1"/>
          <p:cNvSpPr txBox="1"/>
          <p:nvPr/>
        </p:nvSpPr>
        <p:spPr>
          <a:xfrm>
            <a:off x="7978577" y="2583928"/>
            <a:ext cx="1209710" cy="1209710"/>
          </a:xfrm>
          <a:prstGeom prst="ellipse">
            <a:avLst/>
          </a:prstGeom>
          <a:gradFill>
            <a:gsLst>
              <a:gs pos="23000">
                <a:schemeClr val="bg1">
                  <a:alpha val="100000"/>
                </a:schemeClr>
              </a:gs>
              <a:gs pos="100000">
                <a:schemeClr val="accent1">
                  <a:lumMod val="20000"/>
                  <a:lumOff val="80000"/>
                  <a:alpha val="100000"/>
                </a:schemeClr>
              </a:gs>
            </a:gsLst>
            <a:lin ang="2700000" scaled="0"/>
          </a:gradFill>
          <a:ln cap="sq">
            <a:noFill/>
            <a:prstDash val="solid"/>
            <a:miter/>
          </a:ln>
          <a:effectLst>
            <a:outerShdw blurRad="114300" dist="38100" dir="2700000" algn="tl" rotWithShape="0">
              <a:schemeClr val="tx1">
                <a:lumMod val="75000"/>
                <a:lumOff val="25000"/>
                <a:alpha val="22000"/>
              </a:schemeClr>
            </a:outerShdw>
          </a:effectLst>
        </p:spPr>
        <p:txBody>
          <a:bodyPr vert="horz"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3390391" y="2954121"/>
            <a:ext cx="410955" cy="469324"/>
          </a:xfrm>
          <a:custGeom>
            <a:avLst/>
            <a:gdLst>
              <a:gd name="connsiteX0" fmla="*/ 1449958 w 1449958"/>
              <a:gd name="connsiteY0" fmla="*/ 669913 h 1655898"/>
              <a:gd name="connsiteX1" fmla="*/ 1449586 w 1449958"/>
              <a:gd name="connsiteY1" fmla="*/ 666192 h 1655898"/>
              <a:gd name="connsiteX2" fmla="*/ 1449586 w 1449958"/>
              <a:gd name="connsiteY2" fmla="*/ 665634 h 1655898"/>
              <a:gd name="connsiteX3" fmla="*/ 1448098 w 1449958"/>
              <a:gd name="connsiteY3" fmla="*/ 658006 h 1655898"/>
              <a:gd name="connsiteX4" fmla="*/ 1445307 w 1449958"/>
              <a:gd name="connsiteY4" fmla="*/ 650379 h 1655898"/>
              <a:gd name="connsiteX5" fmla="*/ 1443633 w 1449958"/>
              <a:gd name="connsiteY5" fmla="*/ 646844 h 1655898"/>
              <a:gd name="connsiteX6" fmla="*/ 1441772 w 1449958"/>
              <a:gd name="connsiteY6" fmla="*/ 643496 h 1655898"/>
              <a:gd name="connsiteX7" fmla="*/ 1441400 w 1449958"/>
              <a:gd name="connsiteY7" fmla="*/ 643124 h 1655898"/>
              <a:gd name="connsiteX8" fmla="*/ 1439354 w 1449958"/>
              <a:gd name="connsiteY8" fmla="*/ 640147 h 1655898"/>
              <a:gd name="connsiteX9" fmla="*/ 1439168 w 1449958"/>
              <a:gd name="connsiteY9" fmla="*/ 639775 h 1655898"/>
              <a:gd name="connsiteX10" fmla="*/ 1436936 w 1449958"/>
              <a:gd name="connsiteY10" fmla="*/ 636798 h 1655898"/>
              <a:gd name="connsiteX11" fmla="*/ 1436378 w 1449958"/>
              <a:gd name="connsiteY11" fmla="*/ 636240 h 1655898"/>
              <a:gd name="connsiteX12" fmla="*/ 1433773 w 1449958"/>
              <a:gd name="connsiteY12" fmla="*/ 633450 h 1655898"/>
              <a:gd name="connsiteX13" fmla="*/ 816136 w 1449958"/>
              <a:gd name="connsiteY13" fmla="*/ 15813 h 1655898"/>
              <a:gd name="connsiteX14" fmla="*/ 813346 w 1449958"/>
              <a:gd name="connsiteY14" fmla="*/ 13208 h 1655898"/>
              <a:gd name="connsiteX15" fmla="*/ 812788 w 1449958"/>
              <a:gd name="connsiteY15" fmla="*/ 12650 h 1655898"/>
              <a:gd name="connsiteX16" fmla="*/ 809997 w 1449958"/>
              <a:gd name="connsiteY16" fmla="*/ 10418 h 1655898"/>
              <a:gd name="connsiteX17" fmla="*/ 809625 w 1449958"/>
              <a:gd name="connsiteY17" fmla="*/ 10232 h 1655898"/>
              <a:gd name="connsiteX18" fmla="*/ 806834 w 1449958"/>
              <a:gd name="connsiteY18" fmla="*/ 8372 h 1655898"/>
              <a:gd name="connsiteX19" fmla="*/ 806276 w 1449958"/>
              <a:gd name="connsiteY19" fmla="*/ 8000 h 1655898"/>
              <a:gd name="connsiteX20" fmla="*/ 802928 w 1449958"/>
              <a:gd name="connsiteY20" fmla="*/ 6139 h 1655898"/>
              <a:gd name="connsiteX21" fmla="*/ 802742 w 1449958"/>
              <a:gd name="connsiteY21" fmla="*/ 6139 h 1655898"/>
              <a:gd name="connsiteX22" fmla="*/ 799207 w 1449958"/>
              <a:gd name="connsiteY22" fmla="*/ 4465 h 1655898"/>
              <a:gd name="connsiteX23" fmla="*/ 799021 w 1449958"/>
              <a:gd name="connsiteY23" fmla="*/ 4465 h 1655898"/>
              <a:gd name="connsiteX24" fmla="*/ 791580 w 1449958"/>
              <a:gd name="connsiteY24" fmla="*/ 1860 h 1655898"/>
              <a:gd name="connsiteX25" fmla="*/ 791394 w 1449958"/>
              <a:gd name="connsiteY25" fmla="*/ 1860 h 1655898"/>
              <a:gd name="connsiteX26" fmla="*/ 783766 w 1449958"/>
              <a:gd name="connsiteY26" fmla="*/ 372 h 1655898"/>
              <a:gd name="connsiteX27" fmla="*/ 783022 w 1449958"/>
              <a:gd name="connsiteY27" fmla="*/ 372 h 1655898"/>
              <a:gd name="connsiteX28" fmla="*/ 779301 w 1449958"/>
              <a:gd name="connsiteY28" fmla="*/ 0 h 1655898"/>
              <a:gd name="connsiteX29" fmla="*/ 261751 w 1449958"/>
              <a:gd name="connsiteY29" fmla="*/ 0 h 1655898"/>
              <a:gd name="connsiteX30" fmla="*/ 0 w 1449958"/>
              <a:gd name="connsiteY30" fmla="*/ 261751 h 1655898"/>
              <a:gd name="connsiteX31" fmla="*/ 0 w 1449958"/>
              <a:gd name="connsiteY31" fmla="*/ 1394148 h 1655898"/>
              <a:gd name="connsiteX32" fmla="*/ 261751 w 1449958"/>
              <a:gd name="connsiteY32" fmla="*/ 1655899 h 1655898"/>
              <a:gd name="connsiteX33" fmla="*/ 1188207 w 1449958"/>
              <a:gd name="connsiteY33" fmla="*/ 1655899 h 1655898"/>
              <a:gd name="connsiteX34" fmla="*/ 1449958 w 1449958"/>
              <a:gd name="connsiteY34" fmla="*/ 1394148 h 1655898"/>
              <a:gd name="connsiteX35" fmla="*/ 1449958 w 1449958"/>
              <a:gd name="connsiteY35" fmla="*/ 672889 h 1655898"/>
              <a:gd name="connsiteX36" fmla="*/ 1449958 w 1449958"/>
              <a:gd name="connsiteY36" fmla="*/ 669913 h 1655898"/>
              <a:gd name="connsiteX37" fmla="*/ 832321 w 1449958"/>
              <a:gd name="connsiteY37" fmla="*/ 466948 h 1655898"/>
              <a:gd name="connsiteX38" fmla="*/ 832321 w 1449958"/>
              <a:gd name="connsiteY38" fmla="*/ 189942 h 1655898"/>
              <a:gd name="connsiteX39" fmla="*/ 1259458 w 1449958"/>
              <a:gd name="connsiteY39" fmla="*/ 617079 h 1655898"/>
              <a:gd name="connsiteX40" fmla="*/ 982452 w 1449958"/>
              <a:gd name="connsiteY40" fmla="*/ 617079 h 1655898"/>
              <a:gd name="connsiteX41" fmla="*/ 832321 w 1449958"/>
              <a:gd name="connsiteY41" fmla="*/ 466948 h 1655898"/>
              <a:gd name="connsiteX42" fmla="*/ 1338337 w 1449958"/>
              <a:gd name="connsiteY42" fmla="*/ 1393403 h 1655898"/>
              <a:gd name="connsiteX43" fmla="*/ 1188207 w 1449958"/>
              <a:gd name="connsiteY43" fmla="*/ 1543534 h 1655898"/>
              <a:gd name="connsiteX44" fmla="*/ 261751 w 1449958"/>
              <a:gd name="connsiteY44" fmla="*/ 1543534 h 1655898"/>
              <a:gd name="connsiteX45" fmla="*/ 111621 w 1449958"/>
              <a:gd name="connsiteY45" fmla="*/ 1393403 h 1655898"/>
              <a:gd name="connsiteX46" fmla="*/ 111621 w 1449958"/>
              <a:gd name="connsiteY46" fmla="*/ 261007 h 1655898"/>
              <a:gd name="connsiteX47" fmla="*/ 261751 w 1449958"/>
              <a:gd name="connsiteY47" fmla="*/ 110877 h 1655898"/>
              <a:gd name="connsiteX48" fmla="*/ 720700 w 1449958"/>
              <a:gd name="connsiteY48" fmla="*/ 110877 h 1655898"/>
              <a:gd name="connsiteX49" fmla="*/ 720700 w 1449958"/>
              <a:gd name="connsiteY49" fmla="*/ 466948 h 1655898"/>
              <a:gd name="connsiteX50" fmla="*/ 982452 w 1449958"/>
              <a:gd name="connsiteY50" fmla="*/ 728700 h 1655898"/>
              <a:gd name="connsiteX51" fmla="*/ 1338523 w 1449958"/>
              <a:gd name="connsiteY51" fmla="*/ 728700 h 1655898"/>
              <a:gd name="connsiteX52" fmla="*/ 1338523 w 1449958"/>
              <a:gd name="connsiteY52" fmla="*/ 1393403 h 1655898"/>
            </a:gdLst>
            <a:ahLst/>
            <a:cxnLst/>
            <a:rect l="l" t="t" r="r" b="b"/>
            <a:pathLst>
              <a:path w="1449958" h="1655898">
                <a:moveTo>
                  <a:pt x="1449958" y="669913"/>
                </a:moveTo>
                <a:cubicBezTo>
                  <a:pt x="1449958" y="668610"/>
                  <a:pt x="1449772" y="667308"/>
                  <a:pt x="1449586" y="666192"/>
                </a:cubicBezTo>
                <a:lnTo>
                  <a:pt x="1449586" y="665634"/>
                </a:lnTo>
                <a:cubicBezTo>
                  <a:pt x="1449214" y="663029"/>
                  <a:pt x="1448656" y="660425"/>
                  <a:pt x="1448098" y="658006"/>
                </a:cubicBezTo>
                <a:cubicBezTo>
                  <a:pt x="1447354" y="655402"/>
                  <a:pt x="1446423" y="652797"/>
                  <a:pt x="1445307" y="650379"/>
                </a:cubicBezTo>
                <a:cubicBezTo>
                  <a:pt x="1444749" y="649077"/>
                  <a:pt x="1444191" y="647960"/>
                  <a:pt x="1443633" y="646844"/>
                </a:cubicBezTo>
                <a:cubicBezTo>
                  <a:pt x="1443075" y="645728"/>
                  <a:pt x="1442331" y="644612"/>
                  <a:pt x="1441772" y="643496"/>
                </a:cubicBezTo>
                <a:cubicBezTo>
                  <a:pt x="1441587" y="643310"/>
                  <a:pt x="1441587" y="643124"/>
                  <a:pt x="1441400" y="643124"/>
                </a:cubicBezTo>
                <a:cubicBezTo>
                  <a:pt x="1440842" y="642193"/>
                  <a:pt x="1440098" y="641077"/>
                  <a:pt x="1439354" y="640147"/>
                </a:cubicBezTo>
                <a:cubicBezTo>
                  <a:pt x="1439354" y="640147"/>
                  <a:pt x="1439168" y="639961"/>
                  <a:pt x="1439168" y="639775"/>
                </a:cubicBezTo>
                <a:cubicBezTo>
                  <a:pt x="1438424" y="638845"/>
                  <a:pt x="1437680" y="637729"/>
                  <a:pt x="1436936" y="636798"/>
                </a:cubicBezTo>
                <a:lnTo>
                  <a:pt x="1436378" y="636240"/>
                </a:lnTo>
                <a:cubicBezTo>
                  <a:pt x="1435633" y="635310"/>
                  <a:pt x="1434703" y="634380"/>
                  <a:pt x="1433773" y="633450"/>
                </a:cubicBezTo>
                <a:lnTo>
                  <a:pt x="816136" y="15813"/>
                </a:lnTo>
                <a:cubicBezTo>
                  <a:pt x="815206" y="14883"/>
                  <a:pt x="814276" y="14139"/>
                  <a:pt x="813346" y="13208"/>
                </a:cubicBezTo>
                <a:lnTo>
                  <a:pt x="812788" y="12650"/>
                </a:lnTo>
                <a:lnTo>
                  <a:pt x="809997" y="10418"/>
                </a:lnTo>
                <a:cubicBezTo>
                  <a:pt x="809811" y="10418"/>
                  <a:pt x="809811" y="10232"/>
                  <a:pt x="809625" y="10232"/>
                </a:cubicBezTo>
                <a:cubicBezTo>
                  <a:pt x="808695" y="9488"/>
                  <a:pt x="807765" y="8930"/>
                  <a:pt x="806834" y="8372"/>
                </a:cubicBezTo>
                <a:cubicBezTo>
                  <a:pt x="806649" y="8186"/>
                  <a:pt x="806462" y="8186"/>
                  <a:pt x="806276" y="8000"/>
                </a:cubicBezTo>
                <a:cubicBezTo>
                  <a:pt x="805160" y="7255"/>
                  <a:pt x="804044" y="6697"/>
                  <a:pt x="802928" y="6139"/>
                </a:cubicBezTo>
                <a:lnTo>
                  <a:pt x="802742" y="6139"/>
                </a:lnTo>
                <a:cubicBezTo>
                  <a:pt x="801626" y="5581"/>
                  <a:pt x="800509" y="5023"/>
                  <a:pt x="799207" y="4465"/>
                </a:cubicBezTo>
                <a:lnTo>
                  <a:pt x="799021" y="4465"/>
                </a:lnTo>
                <a:cubicBezTo>
                  <a:pt x="796603" y="3349"/>
                  <a:pt x="793998" y="2418"/>
                  <a:pt x="791580" y="1860"/>
                </a:cubicBezTo>
                <a:lnTo>
                  <a:pt x="791394" y="1860"/>
                </a:lnTo>
                <a:cubicBezTo>
                  <a:pt x="788975" y="1116"/>
                  <a:pt x="786371" y="744"/>
                  <a:pt x="783766" y="372"/>
                </a:cubicBezTo>
                <a:lnTo>
                  <a:pt x="783022" y="372"/>
                </a:lnTo>
                <a:cubicBezTo>
                  <a:pt x="781720" y="186"/>
                  <a:pt x="780604" y="186"/>
                  <a:pt x="779301" y="0"/>
                </a:cubicBezTo>
                <a:lnTo>
                  <a:pt x="261751" y="0"/>
                </a:lnTo>
                <a:cubicBezTo>
                  <a:pt x="117388" y="0"/>
                  <a:pt x="0" y="117388"/>
                  <a:pt x="0" y="261751"/>
                </a:cubicBezTo>
                <a:lnTo>
                  <a:pt x="0" y="1394148"/>
                </a:lnTo>
                <a:cubicBezTo>
                  <a:pt x="0" y="1538511"/>
                  <a:pt x="117388" y="1655899"/>
                  <a:pt x="261751" y="1655899"/>
                </a:cubicBezTo>
                <a:lnTo>
                  <a:pt x="1188207" y="1655899"/>
                </a:lnTo>
                <a:cubicBezTo>
                  <a:pt x="1332570" y="1655899"/>
                  <a:pt x="1449958" y="1538511"/>
                  <a:pt x="1449958" y="1394148"/>
                </a:cubicBezTo>
                <a:lnTo>
                  <a:pt x="1449958" y="672889"/>
                </a:lnTo>
                <a:lnTo>
                  <a:pt x="1449958" y="669913"/>
                </a:lnTo>
                <a:close/>
                <a:moveTo>
                  <a:pt x="832321" y="466948"/>
                </a:moveTo>
                <a:lnTo>
                  <a:pt x="832321" y="189942"/>
                </a:lnTo>
                <a:lnTo>
                  <a:pt x="1259458" y="617079"/>
                </a:lnTo>
                <a:lnTo>
                  <a:pt x="982452" y="617079"/>
                </a:lnTo>
                <a:cubicBezTo>
                  <a:pt x="899666" y="617079"/>
                  <a:pt x="832321" y="549734"/>
                  <a:pt x="832321" y="466948"/>
                </a:cubicBezTo>
                <a:close/>
                <a:moveTo>
                  <a:pt x="1338337" y="1393403"/>
                </a:moveTo>
                <a:cubicBezTo>
                  <a:pt x="1338337" y="1476189"/>
                  <a:pt x="1270992" y="1543534"/>
                  <a:pt x="1188207" y="1543534"/>
                </a:cubicBezTo>
                <a:lnTo>
                  <a:pt x="261751" y="1543534"/>
                </a:lnTo>
                <a:cubicBezTo>
                  <a:pt x="178966" y="1543534"/>
                  <a:pt x="111621" y="1476189"/>
                  <a:pt x="111621" y="1393403"/>
                </a:cubicBezTo>
                <a:lnTo>
                  <a:pt x="111621" y="261007"/>
                </a:lnTo>
                <a:cubicBezTo>
                  <a:pt x="111621" y="178222"/>
                  <a:pt x="178966" y="110877"/>
                  <a:pt x="261751" y="110877"/>
                </a:cubicBezTo>
                <a:lnTo>
                  <a:pt x="720700" y="110877"/>
                </a:lnTo>
                <a:lnTo>
                  <a:pt x="720700" y="466948"/>
                </a:lnTo>
                <a:cubicBezTo>
                  <a:pt x="720700" y="611312"/>
                  <a:pt x="838088" y="728700"/>
                  <a:pt x="982452" y="728700"/>
                </a:cubicBezTo>
                <a:lnTo>
                  <a:pt x="1338523" y="728700"/>
                </a:lnTo>
                <a:lnTo>
                  <a:pt x="1338523" y="1393403"/>
                </a:lnTo>
                <a:close/>
              </a:path>
            </a:pathLst>
          </a:custGeom>
          <a:solidFill>
            <a:schemeClr val="accent1"/>
          </a:solidFill>
          <a:ln cap="sq">
            <a:noFill/>
            <a:prstDash val="solid"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8348770" y="2976035"/>
            <a:ext cx="469324" cy="425496"/>
          </a:xfrm>
          <a:custGeom>
            <a:avLst/>
            <a:gdLst>
              <a:gd name="connsiteX0" fmla="*/ 351048 w 1543905"/>
              <a:gd name="connsiteY0" fmla="*/ 523317 h 1399728"/>
              <a:gd name="connsiteX1" fmla="*/ 351048 w 1543905"/>
              <a:gd name="connsiteY1" fmla="*/ 523317 h 1399728"/>
              <a:gd name="connsiteX2" fmla="*/ 351420 w 1543905"/>
              <a:gd name="connsiteY2" fmla="*/ 523503 h 1399728"/>
              <a:gd name="connsiteX3" fmla="*/ 351420 w 1543905"/>
              <a:gd name="connsiteY3" fmla="*/ 1020031 h 1399728"/>
              <a:gd name="connsiteX4" fmla="*/ 351048 w 1543905"/>
              <a:gd name="connsiteY4" fmla="*/ 1020403 h 1399728"/>
              <a:gd name="connsiteX5" fmla="*/ 163525 w 1543905"/>
              <a:gd name="connsiteY5" fmla="*/ 1020403 h 1399728"/>
              <a:gd name="connsiteX6" fmla="*/ 163153 w 1543905"/>
              <a:gd name="connsiteY6" fmla="*/ 1020031 h 1399728"/>
              <a:gd name="connsiteX7" fmla="*/ 163153 w 1543905"/>
              <a:gd name="connsiteY7" fmla="*/ 523503 h 1399728"/>
              <a:gd name="connsiteX8" fmla="*/ 163153 w 1543905"/>
              <a:gd name="connsiteY8" fmla="*/ 523317 h 1399728"/>
              <a:gd name="connsiteX9" fmla="*/ 163339 w 1543905"/>
              <a:gd name="connsiteY9" fmla="*/ 523131 h 1399728"/>
              <a:gd name="connsiteX10" fmla="*/ 351048 w 1543905"/>
              <a:gd name="connsiteY10" fmla="*/ 523131 h 1399728"/>
              <a:gd name="connsiteX11" fmla="*/ 351048 w 1543905"/>
              <a:gd name="connsiteY11" fmla="*/ 411696 h 1399728"/>
              <a:gd name="connsiteX12" fmla="*/ 163339 w 1543905"/>
              <a:gd name="connsiteY12" fmla="*/ 411696 h 1399728"/>
              <a:gd name="connsiteX13" fmla="*/ 51346 w 1543905"/>
              <a:gd name="connsiteY13" fmla="*/ 523689 h 1399728"/>
              <a:gd name="connsiteX14" fmla="*/ 51346 w 1543905"/>
              <a:gd name="connsiteY14" fmla="*/ 1020217 h 1399728"/>
              <a:gd name="connsiteX15" fmla="*/ 163339 w 1543905"/>
              <a:gd name="connsiteY15" fmla="*/ 1132210 h 1399728"/>
              <a:gd name="connsiteX16" fmla="*/ 351048 w 1543905"/>
              <a:gd name="connsiteY16" fmla="*/ 1132210 h 1399728"/>
              <a:gd name="connsiteX17" fmla="*/ 463042 w 1543905"/>
              <a:gd name="connsiteY17" fmla="*/ 1020217 h 1399728"/>
              <a:gd name="connsiteX18" fmla="*/ 463042 w 1543905"/>
              <a:gd name="connsiteY18" fmla="*/ 523503 h 1399728"/>
              <a:gd name="connsiteX19" fmla="*/ 351048 w 1543905"/>
              <a:gd name="connsiteY19" fmla="*/ 411696 h 1399728"/>
              <a:gd name="connsiteX20" fmla="*/ 865808 w 1543905"/>
              <a:gd name="connsiteY20" fmla="*/ 111621 h 1399728"/>
              <a:gd name="connsiteX21" fmla="*/ 866180 w 1543905"/>
              <a:gd name="connsiteY21" fmla="*/ 111807 h 1399728"/>
              <a:gd name="connsiteX22" fmla="*/ 866180 w 1543905"/>
              <a:gd name="connsiteY22" fmla="*/ 1020031 h 1399728"/>
              <a:gd name="connsiteX23" fmla="*/ 865808 w 1543905"/>
              <a:gd name="connsiteY23" fmla="*/ 1020403 h 1399728"/>
              <a:gd name="connsiteX24" fmla="*/ 678284 w 1543905"/>
              <a:gd name="connsiteY24" fmla="*/ 1020403 h 1399728"/>
              <a:gd name="connsiteX25" fmla="*/ 677912 w 1543905"/>
              <a:gd name="connsiteY25" fmla="*/ 1020031 h 1399728"/>
              <a:gd name="connsiteX26" fmla="*/ 677912 w 1543905"/>
              <a:gd name="connsiteY26" fmla="*/ 111993 h 1399728"/>
              <a:gd name="connsiteX27" fmla="*/ 677912 w 1543905"/>
              <a:gd name="connsiteY27" fmla="*/ 111807 h 1399728"/>
              <a:gd name="connsiteX28" fmla="*/ 678098 w 1543905"/>
              <a:gd name="connsiteY28" fmla="*/ 111621 h 1399728"/>
              <a:gd name="connsiteX29" fmla="*/ 865808 w 1543905"/>
              <a:gd name="connsiteY29" fmla="*/ 111621 h 1399728"/>
              <a:gd name="connsiteX30" fmla="*/ 865808 w 1543905"/>
              <a:gd name="connsiteY30" fmla="*/ 0 h 1399728"/>
              <a:gd name="connsiteX31" fmla="*/ 677912 w 1543905"/>
              <a:gd name="connsiteY31" fmla="*/ 0 h 1399728"/>
              <a:gd name="connsiteX32" fmla="*/ 565919 w 1543905"/>
              <a:gd name="connsiteY32" fmla="*/ 111993 h 1399728"/>
              <a:gd name="connsiteX33" fmla="*/ 565919 w 1543905"/>
              <a:gd name="connsiteY33" fmla="*/ 1020217 h 1399728"/>
              <a:gd name="connsiteX34" fmla="*/ 677912 w 1543905"/>
              <a:gd name="connsiteY34" fmla="*/ 1132210 h 1399728"/>
              <a:gd name="connsiteX35" fmla="*/ 865622 w 1543905"/>
              <a:gd name="connsiteY35" fmla="*/ 1132210 h 1399728"/>
              <a:gd name="connsiteX36" fmla="*/ 977615 w 1543905"/>
              <a:gd name="connsiteY36" fmla="*/ 1020217 h 1399728"/>
              <a:gd name="connsiteX37" fmla="*/ 977615 w 1543905"/>
              <a:gd name="connsiteY37" fmla="*/ 111993 h 1399728"/>
              <a:gd name="connsiteX38" fmla="*/ 865808 w 1543905"/>
              <a:gd name="connsiteY38" fmla="*/ 0 h 1399728"/>
              <a:gd name="connsiteX39" fmla="*/ 1380381 w 1543905"/>
              <a:gd name="connsiteY39" fmla="*/ 729072 h 1399728"/>
              <a:gd name="connsiteX40" fmla="*/ 1380753 w 1543905"/>
              <a:gd name="connsiteY40" fmla="*/ 729258 h 1399728"/>
              <a:gd name="connsiteX41" fmla="*/ 1380753 w 1543905"/>
              <a:gd name="connsiteY41" fmla="*/ 1020031 h 1399728"/>
              <a:gd name="connsiteX42" fmla="*/ 1380381 w 1543905"/>
              <a:gd name="connsiteY42" fmla="*/ 1020403 h 1399728"/>
              <a:gd name="connsiteX43" fmla="*/ 1192858 w 1543905"/>
              <a:gd name="connsiteY43" fmla="*/ 1020403 h 1399728"/>
              <a:gd name="connsiteX44" fmla="*/ 1192485 w 1543905"/>
              <a:gd name="connsiteY44" fmla="*/ 1020031 h 1399728"/>
              <a:gd name="connsiteX45" fmla="*/ 1192485 w 1543905"/>
              <a:gd name="connsiteY45" fmla="*/ 729444 h 1399728"/>
              <a:gd name="connsiteX46" fmla="*/ 1192485 w 1543905"/>
              <a:gd name="connsiteY46" fmla="*/ 729258 h 1399728"/>
              <a:gd name="connsiteX47" fmla="*/ 1192671 w 1543905"/>
              <a:gd name="connsiteY47" fmla="*/ 729072 h 1399728"/>
              <a:gd name="connsiteX48" fmla="*/ 1380381 w 1543905"/>
              <a:gd name="connsiteY48" fmla="*/ 729072 h 1399728"/>
              <a:gd name="connsiteX49" fmla="*/ 1380381 w 1543905"/>
              <a:gd name="connsiteY49" fmla="*/ 617451 h 1399728"/>
              <a:gd name="connsiteX50" fmla="*/ 1192671 w 1543905"/>
              <a:gd name="connsiteY50" fmla="*/ 617451 h 1399728"/>
              <a:gd name="connsiteX51" fmla="*/ 1080678 w 1543905"/>
              <a:gd name="connsiteY51" fmla="*/ 729444 h 1399728"/>
              <a:gd name="connsiteX52" fmla="*/ 1080678 w 1543905"/>
              <a:gd name="connsiteY52" fmla="*/ 1020031 h 1399728"/>
              <a:gd name="connsiteX53" fmla="*/ 1192671 w 1543905"/>
              <a:gd name="connsiteY53" fmla="*/ 1132024 h 1399728"/>
              <a:gd name="connsiteX54" fmla="*/ 1380381 w 1543905"/>
              <a:gd name="connsiteY54" fmla="*/ 1132024 h 1399728"/>
              <a:gd name="connsiteX55" fmla="*/ 1492374 w 1543905"/>
              <a:gd name="connsiteY55" fmla="*/ 1020031 h 1399728"/>
              <a:gd name="connsiteX56" fmla="*/ 1492374 w 1543905"/>
              <a:gd name="connsiteY56" fmla="*/ 729444 h 1399728"/>
              <a:gd name="connsiteX57" fmla="*/ 1380381 w 1543905"/>
              <a:gd name="connsiteY57" fmla="*/ 617451 h 1399728"/>
              <a:gd name="connsiteX58" fmla="*/ 1481956 w 1543905"/>
              <a:gd name="connsiteY58" fmla="*/ 1276201 h 1399728"/>
              <a:gd name="connsiteX59" fmla="*/ 61764 w 1543905"/>
              <a:gd name="connsiteY59" fmla="*/ 1276201 h 1399728"/>
              <a:gd name="connsiteX60" fmla="*/ 0 w 1543905"/>
              <a:gd name="connsiteY60" fmla="*/ 1337965 h 1399728"/>
              <a:gd name="connsiteX61" fmla="*/ 61764 w 1543905"/>
              <a:gd name="connsiteY61" fmla="*/ 1399729 h 1399728"/>
              <a:gd name="connsiteX62" fmla="*/ 1482142 w 1543905"/>
              <a:gd name="connsiteY62" fmla="*/ 1399729 h 1399728"/>
              <a:gd name="connsiteX63" fmla="*/ 1543906 w 1543905"/>
              <a:gd name="connsiteY63" fmla="*/ 1337965 h 1399728"/>
              <a:gd name="connsiteX64" fmla="*/ 1481956 w 1543905"/>
              <a:gd name="connsiteY64" fmla="*/ 1276201 h 1399728"/>
            </a:gdLst>
            <a:ahLst/>
            <a:cxnLst/>
            <a:rect l="l" t="t" r="r" b="b"/>
            <a:pathLst>
              <a:path w="1543905" h="1399728">
                <a:moveTo>
                  <a:pt x="351048" y="523317"/>
                </a:moveTo>
                <a:cubicBezTo>
                  <a:pt x="351234" y="523317"/>
                  <a:pt x="351234" y="523317"/>
                  <a:pt x="351048" y="523317"/>
                </a:cubicBezTo>
                <a:cubicBezTo>
                  <a:pt x="351234" y="523317"/>
                  <a:pt x="351420" y="523503"/>
                  <a:pt x="351420" y="523503"/>
                </a:cubicBezTo>
                <a:lnTo>
                  <a:pt x="351420" y="1020031"/>
                </a:lnTo>
                <a:lnTo>
                  <a:pt x="351048" y="1020403"/>
                </a:lnTo>
                <a:lnTo>
                  <a:pt x="163525" y="1020403"/>
                </a:lnTo>
                <a:lnTo>
                  <a:pt x="163153" y="1020031"/>
                </a:lnTo>
                <a:lnTo>
                  <a:pt x="163153" y="523503"/>
                </a:lnTo>
                <a:lnTo>
                  <a:pt x="163153" y="523317"/>
                </a:lnTo>
                <a:lnTo>
                  <a:pt x="163339" y="523131"/>
                </a:lnTo>
                <a:lnTo>
                  <a:pt x="351048" y="523131"/>
                </a:lnTo>
                <a:moveTo>
                  <a:pt x="351048" y="411696"/>
                </a:moveTo>
                <a:lnTo>
                  <a:pt x="163339" y="411696"/>
                </a:lnTo>
                <a:cubicBezTo>
                  <a:pt x="101575" y="411696"/>
                  <a:pt x="51346" y="461739"/>
                  <a:pt x="51346" y="523689"/>
                </a:cubicBezTo>
                <a:lnTo>
                  <a:pt x="51346" y="1020217"/>
                </a:lnTo>
                <a:cubicBezTo>
                  <a:pt x="51346" y="1081795"/>
                  <a:pt x="101761" y="1132210"/>
                  <a:pt x="163339" y="1132210"/>
                </a:cubicBezTo>
                <a:lnTo>
                  <a:pt x="351048" y="1132210"/>
                </a:lnTo>
                <a:cubicBezTo>
                  <a:pt x="412626" y="1132210"/>
                  <a:pt x="463042" y="1081795"/>
                  <a:pt x="463042" y="1020217"/>
                </a:cubicBezTo>
                <a:lnTo>
                  <a:pt x="463042" y="523503"/>
                </a:lnTo>
                <a:cubicBezTo>
                  <a:pt x="463042" y="461739"/>
                  <a:pt x="412998" y="411696"/>
                  <a:pt x="351048" y="411696"/>
                </a:cubicBezTo>
                <a:close/>
                <a:moveTo>
                  <a:pt x="865808" y="111621"/>
                </a:moveTo>
                <a:cubicBezTo>
                  <a:pt x="865994" y="111621"/>
                  <a:pt x="866180" y="111807"/>
                  <a:pt x="866180" y="111807"/>
                </a:cubicBezTo>
                <a:lnTo>
                  <a:pt x="866180" y="1020031"/>
                </a:lnTo>
                <a:lnTo>
                  <a:pt x="865808" y="1020403"/>
                </a:lnTo>
                <a:lnTo>
                  <a:pt x="678284" y="1020403"/>
                </a:lnTo>
                <a:lnTo>
                  <a:pt x="677912" y="1020031"/>
                </a:lnTo>
                <a:lnTo>
                  <a:pt x="677912" y="111993"/>
                </a:lnTo>
                <a:lnTo>
                  <a:pt x="677912" y="111807"/>
                </a:lnTo>
                <a:lnTo>
                  <a:pt x="678098" y="111621"/>
                </a:lnTo>
                <a:lnTo>
                  <a:pt x="865808" y="111621"/>
                </a:lnTo>
                <a:moveTo>
                  <a:pt x="865808" y="0"/>
                </a:moveTo>
                <a:lnTo>
                  <a:pt x="677912" y="0"/>
                </a:lnTo>
                <a:cubicBezTo>
                  <a:pt x="616148" y="0"/>
                  <a:pt x="565919" y="50043"/>
                  <a:pt x="565919" y="111993"/>
                </a:cubicBezTo>
                <a:lnTo>
                  <a:pt x="565919" y="1020217"/>
                </a:lnTo>
                <a:cubicBezTo>
                  <a:pt x="565919" y="1081795"/>
                  <a:pt x="616335" y="1132210"/>
                  <a:pt x="677912" y="1132210"/>
                </a:cubicBezTo>
                <a:lnTo>
                  <a:pt x="865622" y="1132210"/>
                </a:lnTo>
                <a:cubicBezTo>
                  <a:pt x="927199" y="1132210"/>
                  <a:pt x="977615" y="1081795"/>
                  <a:pt x="977615" y="1020217"/>
                </a:cubicBezTo>
                <a:lnTo>
                  <a:pt x="977615" y="111993"/>
                </a:lnTo>
                <a:cubicBezTo>
                  <a:pt x="977615" y="50043"/>
                  <a:pt x="927571" y="0"/>
                  <a:pt x="865808" y="0"/>
                </a:cubicBezTo>
                <a:close/>
                <a:moveTo>
                  <a:pt x="1380381" y="729072"/>
                </a:moveTo>
                <a:cubicBezTo>
                  <a:pt x="1380567" y="729072"/>
                  <a:pt x="1380753" y="729258"/>
                  <a:pt x="1380753" y="729258"/>
                </a:cubicBezTo>
                <a:lnTo>
                  <a:pt x="1380753" y="1020031"/>
                </a:lnTo>
                <a:lnTo>
                  <a:pt x="1380381" y="1020403"/>
                </a:lnTo>
                <a:lnTo>
                  <a:pt x="1192858" y="1020403"/>
                </a:lnTo>
                <a:lnTo>
                  <a:pt x="1192485" y="1020031"/>
                </a:lnTo>
                <a:lnTo>
                  <a:pt x="1192485" y="729444"/>
                </a:lnTo>
                <a:lnTo>
                  <a:pt x="1192485" y="729258"/>
                </a:lnTo>
                <a:lnTo>
                  <a:pt x="1192671" y="729072"/>
                </a:lnTo>
                <a:lnTo>
                  <a:pt x="1380381" y="729072"/>
                </a:lnTo>
                <a:moveTo>
                  <a:pt x="1380381" y="617451"/>
                </a:moveTo>
                <a:lnTo>
                  <a:pt x="1192671" y="617451"/>
                </a:lnTo>
                <a:cubicBezTo>
                  <a:pt x="1130908" y="617451"/>
                  <a:pt x="1080678" y="667494"/>
                  <a:pt x="1080678" y="729444"/>
                </a:cubicBezTo>
                <a:lnTo>
                  <a:pt x="1080678" y="1020031"/>
                </a:lnTo>
                <a:cubicBezTo>
                  <a:pt x="1080678" y="1081608"/>
                  <a:pt x="1131094" y="1132024"/>
                  <a:pt x="1192671" y="1132024"/>
                </a:cubicBezTo>
                <a:lnTo>
                  <a:pt x="1380381" y="1132024"/>
                </a:lnTo>
                <a:cubicBezTo>
                  <a:pt x="1441959" y="1132024"/>
                  <a:pt x="1492374" y="1081608"/>
                  <a:pt x="1492374" y="1020031"/>
                </a:cubicBezTo>
                <a:lnTo>
                  <a:pt x="1492374" y="729444"/>
                </a:lnTo>
                <a:cubicBezTo>
                  <a:pt x="1492374" y="667680"/>
                  <a:pt x="1442145" y="617451"/>
                  <a:pt x="1380381" y="617451"/>
                </a:cubicBezTo>
                <a:close/>
                <a:moveTo>
                  <a:pt x="1481956" y="1276201"/>
                </a:moveTo>
                <a:lnTo>
                  <a:pt x="61764" y="1276201"/>
                </a:lnTo>
                <a:cubicBezTo>
                  <a:pt x="27719" y="1276201"/>
                  <a:pt x="0" y="1303920"/>
                  <a:pt x="0" y="1337965"/>
                </a:cubicBezTo>
                <a:cubicBezTo>
                  <a:pt x="0" y="1372009"/>
                  <a:pt x="27719" y="1399729"/>
                  <a:pt x="61764" y="1399729"/>
                </a:cubicBezTo>
                <a:lnTo>
                  <a:pt x="1482142" y="1399729"/>
                </a:lnTo>
                <a:cubicBezTo>
                  <a:pt x="1516187" y="1399729"/>
                  <a:pt x="1543906" y="1372009"/>
                  <a:pt x="1543906" y="1337965"/>
                </a:cubicBezTo>
                <a:cubicBezTo>
                  <a:pt x="1543720" y="1303734"/>
                  <a:pt x="1516187" y="1276201"/>
                  <a:pt x="1481956" y="1276201"/>
                </a:cubicBezTo>
                <a:close/>
              </a:path>
            </a:pathLst>
          </a:custGeom>
          <a:solidFill>
            <a:schemeClr val="accent1"/>
          </a:solidFill>
          <a:ln cap="sq">
            <a:noFill/>
            <a:prstDash val="solid"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0" y="5988601"/>
            <a:ext cx="12192000" cy="710536"/>
          </a:xfrm>
          <a:custGeom>
            <a:avLst/>
            <a:gdLst>
              <a:gd name="connsiteX0" fmla="*/ 0 w 12192000"/>
              <a:gd name="connsiteY0" fmla="*/ 0 h 2548005"/>
              <a:gd name="connsiteX1" fmla="*/ 168614 w 12192000"/>
              <a:gd name="connsiteY1" fmla="*/ 119903 h 2548005"/>
              <a:gd name="connsiteX2" fmla="*/ 6096001 w 12192000"/>
              <a:gd name="connsiteY2" fmla="*/ 1930469 h 2548005"/>
              <a:gd name="connsiteX3" fmla="*/ 12023389 w 12192000"/>
              <a:gd name="connsiteY3" fmla="*/ 119903 h 2548005"/>
              <a:gd name="connsiteX4" fmla="*/ 12192000 w 12192000"/>
              <a:gd name="connsiteY4" fmla="*/ 1 h 2548005"/>
              <a:gd name="connsiteX5" fmla="*/ 12192000 w 12192000"/>
              <a:gd name="connsiteY5" fmla="*/ 2548005 h 2548005"/>
              <a:gd name="connsiteX6" fmla="*/ 0 w 12192000"/>
              <a:gd name="connsiteY6" fmla="*/ 2548005 h 2548005"/>
            </a:gdLst>
            <a:ahLst/>
            <a:cxnLst/>
            <a:rect l="l" t="t" r="r" b="b"/>
            <a:pathLst>
              <a:path w="12192000" h="2548005">
                <a:moveTo>
                  <a:pt x="0" y="0"/>
                </a:moveTo>
                <a:lnTo>
                  <a:pt x="168614" y="119903"/>
                </a:lnTo>
                <a:cubicBezTo>
                  <a:pt x="1860621" y="1263000"/>
                  <a:pt x="3900363" y="1930469"/>
                  <a:pt x="6096001" y="1930469"/>
                </a:cubicBezTo>
                <a:cubicBezTo>
                  <a:pt x="8291639" y="1930469"/>
                  <a:pt x="10331382" y="1263000"/>
                  <a:pt x="12023389" y="119903"/>
                </a:cubicBezTo>
                <a:lnTo>
                  <a:pt x="12192000" y="1"/>
                </a:lnTo>
                <a:lnTo>
                  <a:pt x="12192000" y="2548005"/>
                </a:lnTo>
                <a:lnTo>
                  <a:pt x="0" y="254800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0" y="6149231"/>
            <a:ext cx="12192000" cy="710537"/>
          </a:xfrm>
          <a:custGeom>
            <a:avLst/>
            <a:gdLst>
              <a:gd name="connsiteX0" fmla="*/ 0 w 12192000"/>
              <a:gd name="connsiteY0" fmla="*/ 0 h 2548005"/>
              <a:gd name="connsiteX1" fmla="*/ 168614 w 12192000"/>
              <a:gd name="connsiteY1" fmla="*/ 119903 h 2548005"/>
              <a:gd name="connsiteX2" fmla="*/ 6096001 w 12192000"/>
              <a:gd name="connsiteY2" fmla="*/ 1930469 h 2548005"/>
              <a:gd name="connsiteX3" fmla="*/ 12023389 w 12192000"/>
              <a:gd name="connsiteY3" fmla="*/ 119903 h 2548005"/>
              <a:gd name="connsiteX4" fmla="*/ 12192000 w 12192000"/>
              <a:gd name="connsiteY4" fmla="*/ 1 h 2548005"/>
              <a:gd name="connsiteX5" fmla="*/ 12192000 w 12192000"/>
              <a:gd name="connsiteY5" fmla="*/ 2548005 h 2548005"/>
              <a:gd name="connsiteX6" fmla="*/ 0 w 12192000"/>
              <a:gd name="connsiteY6" fmla="*/ 2548005 h 2548005"/>
            </a:gdLst>
            <a:ahLst/>
            <a:cxnLst/>
            <a:rect l="l" t="t" r="r" b="b"/>
            <a:pathLst>
              <a:path w="12192000" h="2548005">
                <a:moveTo>
                  <a:pt x="0" y="0"/>
                </a:moveTo>
                <a:lnTo>
                  <a:pt x="168614" y="119903"/>
                </a:lnTo>
                <a:cubicBezTo>
                  <a:pt x="1860621" y="1263000"/>
                  <a:pt x="3900363" y="1930469"/>
                  <a:pt x="6096001" y="1930469"/>
                </a:cubicBezTo>
                <a:cubicBezTo>
                  <a:pt x="8291639" y="1930469"/>
                  <a:pt x="10331382" y="1263000"/>
                  <a:pt x="12023389" y="119903"/>
                </a:cubicBezTo>
                <a:lnTo>
                  <a:pt x="12192000" y="1"/>
                </a:lnTo>
                <a:lnTo>
                  <a:pt x="12192000" y="2548005"/>
                </a:lnTo>
                <a:lnTo>
                  <a:pt x="0" y="2548005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40000"/>
                  <a:lumOff val="60000"/>
                  <a:alpha val="100000"/>
                </a:schemeClr>
              </a:gs>
              <a:gs pos="53000">
                <a:schemeClr val="accent1">
                  <a:lumMod val="60000"/>
                  <a:lumOff val="40000"/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10800000" scaled="0"/>
          </a:gradFill>
          <a:ln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flipH="1">
            <a:off x="300755" y="309663"/>
            <a:ext cx="418072" cy="418072"/>
          </a:xfrm>
          <a:custGeom>
            <a:avLst/>
            <a:gdLst>
              <a:gd name="connsiteX0" fmla="*/ 0 w 756957"/>
              <a:gd name="connsiteY0" fmla="*/ 622718 h 756957"/>
              <a:gd name="connsiteX1" fmla="*/ 134239 w 756957"/>
              <a:gd name="connsiteY1" fmla="*/ 756957 h 756957"/>
              <a:gd name="connsiteX2" fmla="*/ 98814 w 756957"/>
              <a:gd name="connsiteY2" fmla="*/ 756957 h 756957"/>
              <a:gd name="connsiteX3" fmla="*/ 0 w 756957"/>
              <a:gd name="connsiteY3" fmla="*/ 658142 h 756957"/>
              <a:gd name="connsiteX4" fmla="*/ 0 w 756957"/>
              <a:gd name="connsiteY4" fmla="*/ 479157 h 756957"/>
              <a:gd name="connsiteX5" fmla="*/ 277800 w 756957"/>
              <a:gd name="connsiteY5" fmla="*/ 756957 h 756957"/>
              <a:gd name="connsiteX6" fmla="*/ 240510 w 756957"/>
              <a:gd name="connsiteY6" fmla="*/ 756957 h 756957"/>
              <a:gd name="connsiteX7" fmla="*/ 0 w 756957"/>
              <a:gd name="connsiteY7" fmla="*/ 516446 h 756957"/>
              <a:gd name="connsiteX8" fmla="*/ 0 w 756957"/>
              <a:gd name="connsiteY8" fmla="*/ 337461 h 756957"/>
              <a:gd name="connsiteX9" fmla="*/ 419496 w 756957"/>
              <a:gd name="connsiteY9" fmla="*/ 756957 h 756957"/>
              <a:gd name="connsiteX10" fmla="*/ 382208 w 756957"/>
              <a:gd name="connsiteY10" fmla="*/ 756957 h 756957"/>
              <a:gd name="connsiteX11" fmla="*/ 0 w 756957"/>
              <a:gd name="connsiteY11" fmla="*/ 374750 h 756957"/>
              <a:gd name="connsiteX12" fmla="*/ 0 w 756957"/>
              <a:gd name="connsiteY12" fmla="*/ 195765 h 756957"/>
              <a:gd name="connsiteX13" fmla="*/ 561192 w 756957"/>
              <a:gd name="connsiteY13" fmla="*/ 756957 h 756957"/>
              <a:gd name="connsiteX14" fmla="*/ 525768 w 756957"/>
              <a:gd name="connsiteY14" fmla="*/ 756957 h 756957"/>
              <a:gd name="connsiteX15" fmla="*/ 0 w 756957"/>
              <a:gd name="connsiteY15" fmla="*/ 231189 h 756957"/>
              <a:gd name="connsiteX16" fmla="*/ 0 w 756957"/>
              <a:gd name="connsiteY16" fmla="*/ 52204 h 756957"/>
              <a:gd name="connsiteX17" fmla="*/ 702889 w 756957"/>
              <a:gd name="connsiteY17" fmla="*/ 756957 h 756957"/>
              <a:gd name="connsiteX18" fmla="*/ 667465 w 756957"/>
              <a:gd name="connsiteY18" fmla="*/ 756957 h 756957"/>
              <a:gd name="connsiteX19" fmla="*/ 0 w 756957"/>
              <a:gd name="connsiteY19" fmla="*/ 89493 h 756957"/>
              <a:gd name="connsiteX20" fmla="*/ 620855 w 756957"/>
              <a:gd name="connsiteY20" fmla="*/ 0 h 756957"/>
              <a:gd name="connsiteX21" fmla="*/ 658143 w 756957"/>
              <a:gd name="connsiteY21" fmla="*/ 0 h 756957"/>
              <a:gd name="connsiteX22" fmla="*/ 756957 w 756957"/>
              <a:gd name="connsiteY22" fmla="*/ 98814 h 756957"/>
              <a:gd name="connsiteX23" fmla="*/ 756957 w 756957"/>
              <a:gd name="connsiteY23" fmla="*/ 136103 h 756957"/>
              <a:gd name="connsiteX24" fmla="*/ 479157 w 756957"/>
              <a:gd name="connsiteY24" fmla="*/ 0 h 756957"/>
              <a:gd name="connsiteX25" fmla="*/ 516445 w 756957"/>
              <a:gd name="connsiteY25" fmla="*/ 0 h 756957"/>
              <a:gd name="connsiteX26" fmla="*/ 756957 w 756957"/>
              <a:gd name="connsiteY26" fmla="*/ 240511 h 756957"/>
              <a:gd name="connsiteX27" fmla="*/ 756957 w 756957"/>
              <a:gd name="connsiteY27" fmla="*/ 277800 h 756957"/>
              <a:gd name="connsiteX28" fmla="*/ 337461 w 756957"/>
              <a:gd name="connsiteY28" fmla="*/ 0 h 756957"/>
              <a:gd name="connsiteX29" fmla="*/ 372885 w 756957"/>
              <a:gd name="connsiteY29" fmla="*/ 0 h 756957"/>
              <a:gd name="connsiteX30" fmla="*/ 756957 w 756957"/>
              <a:gd name="connsiteY30" fmla="*/ 384073 h 756957"/>
              <a:gd name="connsiteX31" fmla="*/ 756957 w 756957"/>
              <a:gd name="connsiteY31" fmla="*/ 419496 h 756957"/>
              <a:gd name="connsiteX32" fmla="*/ 195765 w 756957"/>
              <a:gd name="connsiteY32" fmla="*/ 0 h 756957"/>
              <a:gd name="connsiteX33" fmla="*/ 231189 w 756957"/>
              <a:gd name="connsiteY33" fmla="*/ 0 h 756957"/>
              <a:gd name="connsiteX34" fmla="*/ 756957 w 756957"/>
              <a:gd name="connsiteY34" fmla="*/ 525769 h 756957"/>
              <a:gd name="connsiteX35" fmla="*/ 756957 w 756957"/>
              <a:gd name="connsiteY35" fmla="*/ 563057 h 756957"/>
              <a:gd name="connsiteX36" fmla="*/ 52204 w 756957"/>
              <a:gd name="connsiteY36" fmla="*/ 0 h 756957"/>
              <a:gd name="connsiteX37" fmla="*/ 89492 w 756957"/>
              <a:gd name="connsiteY37" fmla="*/ 0 h 756957"/>
              <a:gd name="connsiteX38" fmla="*/ 756957 w 756957"/>
              <a:gd name="connsiteY38" fmla="*/ 667465 h 756957"/>
              <a:gd name="connsiteX39" fmla="*/ 756957 w 756957"/>
              <a:gd name="connsiteY39" fmla="*/ 704753 h 756957"/>
            </a:gdLst>
            <a:ahLst/>
            <a:cxnLst/>
            <a:rect l="l" t="t" r="r" b="b"/>
            <a:pathLst>
              <a:path w="756957" h="756957">
                <a:moveTo>
                  <a:pt x="0" y="622718"/>
                </a:moveTo>
                <a:lnTo>
                  <a:pt x="134239" y="756957"/>
                </a:lnTo>
                <a:lnTo>
                  <a:pt x="98814" y="756957"/>
                </a:lnTo>
                <a:lnTo>
                  <a:pt x="0" y="658142"/>
                </a:lnTo>
                <a:close/>
                <a:moveTo>
                  <a:pt x="0" y="479157"/>
                </a:moveTo>
                <a:lnTo>
                  <a:pt x="277800" y="756957"/>
                </a:lnTo>
                <a:lnTo>
                  <a:pt x="240510" y="756957"/>
                </a:lnTo>
                <a:lnTo>
                  <a:pt x="0" y="516446"/>
                </a:lnTo>
                <a:close/>
                <a:moveTo>
                  <a:pt x="0" y="337461"/>
                </a:moveTo>
                <a:lnTo>
                  <a:pt x="419496" y="756957"/>
                </a:lnTo>
                <a:lnTo>
                  <a:pt x="382208" y="756957"/>
                </a:lnTo>
                <a:lnTo>
                  <a:pt x="0" y="374750"/>
                </a:lnTo>
                <a:close/>
                <a:moveTo>
                  <a:pt x="0" y="195765"/>
                </a:moveTo>
                <a:lnTo>
                  <a:pt x="561192" y="756957"/>
                </a:lnTo>
                <a:lnTo>
                  <a:pt x="525768" y="756957"/>
                </a:lnTo>
                <a:lnTo>
                  <a:pt x="0" y="231189"/>
                </a:lnTo>
                <a:close/>
                <a:moveTo>
                  <a:pt x="0" y="52204"/>
                </a:moveTo>
                <a:lnTo>
                  <a:pt x="702889" y="756957"/>
                </a:lnTo>
                <a:lnTo>
                  <a:pt x="667465" y="756957"/>
                </a:lnTo>
                <a:lnTo>
                  <a:pt x="0" y="89493"/>
                </a:lnTo>
                <a:close/>
                <a:moveTo>
                  <a:pt x="620855" y="0"/>
                </a:moveTo>
                <a:lnTo>
                  <a:pt x="658143" y="0"/>
                </a:lnTo>
                <a:lnTo>
                  <a:pt x="756957" y="98814"/>
                </a:lnTo>
                <a:lnTo>
                  <a:pt x="756957" y="136103"/>
                </a:lnTo>
                <a:close/>
                <a:moveTo>
                  <a:pt x="479157" y="0"/>
                </a:moveTo>
                <a:lnTo>
                  <a:pt x="516445" y="0"/>
                </a:lnTo>
                <a:lnTo>
                  <a:pt x="756957" y="240511"/>
                </a:lnTo>
                <a:lnTo>
                  <a:pt x="756957" y="277800"/>
                </a:lnTo>
                <a:close/>
                <a:moveTo>
                  <a:pt x="337461" y="0"/>
                </a:moveTo>
                <a:lnTo>
                  <a:pt x="372885" y="0"/>
                </a:lnTo>
                <a:lnTo>
                  <a:pt x="756957" y="384073"/>
                </a:lnTo>
                <a:lnTo>
                  <a:pt x="756957" y="419496"/>
                </a:lnTo>
                <a:close/>
                <a:moveTo>
                  <a:pt x="195765" y="0"/>
                </a:moveTo>
                <a:lnTo>
                  <a:pt x="231189" y="0"/>
                </a:lnTo>
                <a:lnTo>
                  <a:pt x="756957" y="525769"/>
                </a:lnTo>
                <a:lnTo>
                  <a:pt x="756957" y="563057"/>
                </a:lnTo>
                <a:close/>
                <a:moveTo>
                  <a:pt x="52204" y="0"/>
                </a:moveTo>
                <a:lnTo>
                  <a:pt x="89492" y="0"/>
                </a:lnTo>
                <a:lnTo>
                  <a:pt x="756957" y="667465"/>
                </a:lnTo>
                <a:lnTo>
                  <a:pt x="756957" y="704753"/>
                </a:lnTo>
                <a:close/>
              </a:path>
            </a:pathLst>
          </a:custGeom>
          <a:solidFill>
            <a:schemeClr val="accent1"/>
          </a:solidFill>
          <a:ln w="1632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870659" y="250490"/>
            <a:ext cx="10377569" cy="53641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2800">
                <a:ln w="889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评分系统概述</a:t>
            </a:r>
            <a:endParaRPr kumimoji="1" lang="zh-CN" altLang="en-US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2">
            <a:alphaModFix/>
          </a:blip>
          <a:srcRect t="1905"/>
          <a:stretch>
            <a:fillRect/>
          </a:stretch>
        </p:blipFill>
        <p:spPr>
          <a:xfrm>
            <a:off x="10071100" y="-5080"/>
            <a:ext cx="1066800" cy="104648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11137900" y="-12700"/>
            <a:ext cx="1054100" cy="105410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4">
            <a:alphaModFix/>
          </a:blip>
          <a:srcRect/>
          <a:stretch>
            <a:fillRect/>
          </a:stretch>
        </p:blipFill>
        <p:spPr>
          <a:xfrm>
            <a:off x="7034036" y="4127489"/>
            <a:ext cx="4019446" cy="19562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flipH="1">
            <a:off x="300755" y="309663"/>
            <a:ext cx="418072" cy="418072"/>
          </a:xfrm>
          <a:custGeom>
            <a:avLst/>
            <a:gdLst>
              <a:gd name="connsiteX0" fmla="*/ 0 w 756957"/>
              <a:gd name="connsiteY0" fmla="*/ 622718 h 756957"/>
              <a:gd name="connsiteX1" fmla="*/ 134239 w 756957"/>
              <a:gd name="connsiteY1" fmla="*/ 756957 h 756957"/>
              <a:gd name="connsiteX2" fmla="*/ 98814 w 756957"/>
              <a:gd name="connsiteY2" fmla="*/ 756957 h 756957"/>
              <a:gd name="connsiteX3" fmla="*/ 0 w 756957"/>
              <a:gd name="connsiteY3" fmla="*/ 658142 h 756957"/>
              <a:gd name="connsiteX4" fmla="*/ 0 w 756957"/>
              <a:gd name="connsiteY4" fmla="*/ 479157 h 756957"/>
              <a:gd name="connsiteX5" fmla="*/ 277800 w 756957"/>
              <a:gd name="connsiteY5" fmla="*/ 756957 h 756957"/>
              <a:gd name="connsiteX6" fmla="*/ 240510 w 756957"/>
              <a:gd name="connsiteY6" fmla="*/ 756957 h 756957"/>
              <a:gd name="connsiteX7" fmla="*/ 0 w 756957"/>
              <a:gd name="connsiteY7" fmla="*/ 516446 h 756957"/>
              <a:gd name="connsiteX8" fmla="*/ 0 w 756957"/>
              <a:gd name="connsiteY8" fmla="*/ 337461 h 756957"/>
              <a:gd name="connsiteX9" fmla="*/ 419496 w 756957"/>
              <a:gd name="connsiteY9" fmla="*/ 756957 h 756957"/>
              <a:gd name="connsiteX10" fmla="*/ 382208 w 756957"/>
              <a:gd name="connsiteY10" fmla="*/ 756957 h 756957"/>
              <a:gd name="connsiteX11" fmla="*/ 0 w 756957"/>
              <a:gd name="connsiteY11" fmla="*/ 374750 h 756957"/>
              <a:gd name="connsiteX12" fmla="*/ 0 w 756957"/>
              <a:gd name="connsiteY12" fmla="*/ 195765 h 756957"/>
              <a:gd name="connsiteX13" fmla="*/ 561192 w 756957"/>
              <a:gd name="connsiteY13" fmla="*/ 756957 h 756957"/>
              <a:gd name="connsiteX14" fmla="*/ 525768 w 756957"/>
              <a:gd name="connsiteY14" fmla="*/ 756957 h 756957"/>
              <a:gd name="connsiteX15" fmla="*/ 0 w 756957"/>
              <a:gd name="connsiteY15" fmla="*/ 231189 h 756957"/>
              <a:gd name="connsiteX16" fmla="*/ 0 w 756957"/>
              <a:gd name="connsiteY16" fmla="*/ 52204 h 756957"/>
              <a:gd name="connsiteX17" fmla="*/ 702889 w 756957"/>
              <a:gd name="connsiteY17" fmla="*/ 756957 h 756957"/>
              <a:gd name="connsiteX18" fmla="*/ 667465 w 756957"/>
              <a:gd name="connsiteY18" fmla="*/ 756957 h 756957"/>
              <a:gd name="connsiteX19" fmla="*/ 0 w 756957"/>
              <a:gd name="connsiteY19" fmla="*/ 89493 h 756957"/>
              <a:gd name="connsiteX20" fmla="*/ 620855 w 756957"/>
              <a:gd name="connsiteY20" fmla="*/ 0 h 756957"/>
              <a:gd name="connsiteX21" fmla="*/ 658143 w 756957"/>
              <a:gd name="connsiteY21" fmla="*/ 0 h 756957"/>
              <a:gd name="connsiteX22" fmla="*/ 756957 w 756957"/>
              <a:gd name="connsiteY22" fmla="*/ 98814 h 756957"/>
              <a:gd name="connsiteX23" fmla="*/ 756957 w 756957"/>
              <a:gd name="connsiteY23" fmla="*/ 136103 h 756957"/>
              <a:gd name="connsiteX24" fmla="*/ 479157 w 756957"/>
              <a:gd name="connsiteY24" fmla="*/ 0 h 756957"/>
              <a:gd name="connsiteX25" fmla="*/ 516445 w 756957"/>
              <a:gd name="connsiteY25" fmla="*/ 0 h 756957"/>
              <a:gd name="connsiteX26" fmla="*/ 756957 w 756957"/>
              <a:gd name="connsiteY26" fmla="*/ 240511 h 756957"/>
              <a:gd name="connsiteX27" fmla="*/ 756957 w 756957"/>
              <a:gd name="connsiteY27" fmla="*/ 277800 h 756957"/>
              <a:gd name="connsiteX28" fmla="*/ 337461 w 756957"/>
              <a:gd name="connsiteY28" fmla="*/ 0 h 756957"/>
              <a:gd name="connsiteX29" fmla="*/ 372885 w 756957"/>
              <a:gd name="connsiteY29" fmla="*/ 0 h 756957"/>
              <a:gd name="connsiteX30" fmla="*/ 756957 w 756957"/>
              <a:gd name="connsiteY30" fmla="*/ 384073 h 756957"/>
              <a:gd name="connsiteX31" fmla="*/ 756957 w 756957"/>
              <a:gd name="connsiteY31" fmla="*/ 419496 h 756957"/>
              <a:gd name="connsiteX32" fmla="*/ 195765 w 756957"/>
              <a:gd name="connsiteY32" fmla="*/ 0 h 756957"/>
              <a:gd name="connsiteX33" fmla="*/ 231189 w 756957"/>
              <a:gd name="connsiteY33" fmla="*/ 0 h 756957"/>
              <a:gd name="connsiteX34" fmla="*/ 756957 w 756957"/>
              <a:gd name="connsiteY34" fmla="*/ 525769 h 756957"/>
              <a:gd name="connsiteX35" fmla="*/ 756957 w 756957"/>
              <a:gd name="connsiteY35" fmla="*/ 563057 h 756957"/>
              <a:gd name="connsiteX36" fmla="*/ 52204 w 756957"/>
              <a:gd name="connsiteY36" fmla="*/ 0 h 756957"/>
              <a:gd name="connsiteX37" fmla="*/ 89492 w 756957"/>
              <a:gd name="connsiteY37" fmla="*/ 0 h 756957"/>
              <a:gd name="connsiteX38" fmla="*/ 756957 w 756957"/>
              <a:gd name="connsiteY38" fmla="*/ 667465 h 756957"/>
              <a:gd name="connsiteX39" fmla="*/ 756957 w 756957"/>
              <a:gd name="connsiteY39" fmla="*/ 704753 h 756957"/>
            </a:gdLst>
            <a:ahLst/>
            <a:cxnLst/>
            <a:rect l="l" t="t" r="r" b="b"/>
            <a:pathLst>
              <a:path w="756957" h="756957">
                <a:moveTo>
                  <a:pt x="0" y="622718"/>
                </a:moveTo>
                <a:lnTo>
                  <a:pt x="134239" y="756957"/>
                </a:lnTo>
                <a:lnTo>
                  <a:pt x="98814" y="756957"/>
                </a:lnTo>
                <a:lnTo>
                  <a:pt x="0" y="658142"/>
                </a:lnTo>
                <a:close/>
                <a:moveTo>
                  <a:pt x="0" y="479157"/>
                </a:moveTo>
                <a:lnTo>
                  <a:pt x="277800" y="756957"/>
                </a:lnTo>
                <a:lnTo>
                  <a:pt x="240510" y="756957"/>
                </a:lnTo>
                <a:lnTo>
                  <a:pt x="0" y="516446"/>
                </a:lnTo>
                <a:close/>
                <a:moveTo>
                  <a:pt x="0" y="337461"/>
                </a:moveTo>
                <a:lnTo>
                  <a:pt x="419496" y="756957"/>
                </a:lnTo>
                <a:lnTo>
                  <a:pt x="382208" y="756957"/>
                </a:lnTo>
                <a:lnTo>
                  <a:pt x="0" y="374750"/>
                </a:lnTo>
                <a:close/>
                <a:moveTo>
                  <a:pt x="0" y="195765"/>
                </a:moveTo>
                <a:lnTo>
                  <a:pt x="561192" y="756957"/>
                </a:lnTo>
                <a:lnTo>
                  <a:pt x="525768" y="756957"/>
                </a:lnTo>
                <a:lnTo>
                  <a:pt x="0" y="231189"/>
                </a:lnTo>
                <a:close/>
                <a:moveTo>
                  <a:pt x="0" y="52204"/>
                </a:moveTo>
                <a:lnTo>
                  <a:pt x="702889" y="756957"/>
                </a:lnTo>
                <a:lnTo>
                  <a:pt x="667465" y="756957"/>
                </a:lnTo>
                <a:lnTo>
                  <a:pt x="0" y="89493"/>
                </a:lnTo>
                <a:close/>
                <a:moveTo>
                  <a:pt x="620855" y="0"/>
                </a:moveTo>
                <a:lnTo>
                  <a:pt x="658143" y="0"/>
                </a:lnTo>
                <a:lnTo>
                  <a:pt x="756957" y="98814"/>
                </a:lnTo>
                <a:lnTo>
                  <a:pt x="756957" y="136103"/>
                </a:lnTo>
                <a:close/>
                <a:moveTo>
                  <a:pt x="479157" y="0"/>
                </a:moveTo>
                <a:lnTo>
                  <a:pt x="516445" y="0"/>
                </a:lnTo>
                <a:lnTo>
                  <a:pt x="756957" y="240511"/>
                </a:lnTo>
                <a:lnTo>
                  <a:pt x="756957" y="277800"/>
                </a:lnTo>
                <a:close/>
                <a:moveTo>
                  <a:pt x="337461" y="0"/>
                </a:moveTo>
                <a:lnTo>
                  <a:pt x="372885" y="0"/>
                </a:lnTo>
                <a:lnTo>
                  <a:pt x="756957" y="384073"/>
                </a:lnTo>
                <a:lnTo>
                  <a:pt x="756957" y="419496"/>
                </a:lnTo>
                <a:close/>
                <a:moveTo>
                  <a:pt x="195765" y="0"/>
                </a:moveTo>
                <a:lnTo>
                  <a:pt x="231189" y="0"/>
                </a:lnTo>
                <a:lnTo>
                  <a:pt x="756957" y="525769"/>
                </a:lnTo>
                <a:lnTo>
                  <a:pt x="756957" y="563057"/>
                </a:lnTo>
                <a:close/>
                <a:moveTo>
                  <a:pt x="52204" y="0"/>
                </a:moveTo>
                <a:lnTo>
                  <a:pt x="89492" y="0"/>
                </a:lnTo>
                <a:lnTo>
                  <a:pt x="756957" y="667465"/>
                </a:lnTo>
                <a:lnTo>
                  <a:pt x="756957" y="704753"/>
                </a:lnTo>
                <a:close/>
              </a:path>
            </a:pathLst>
          </a:custGeom>
          <a:solidFill>
            <a:schemeClr val="accent1"/>
          </a:solidFill>
          <a:ln w="1632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870659" y="250490"/>
            <a:ext cx="10377569" cy="53641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2800">
                <a:ln w="889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评分系统实施</a:t>
            </a:r>
            <a:endParaRPr kumimoji="1"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alphaModFix/>
          </a:blip>
          <a:srcRect t="1905"/>
          <a:stretch>
            <a:fillRect/>
          </a:stretch>
        </p:blipFill>
        <p:spPr>
          <a:xfrm>
            <a:off x="10071100" y="-436"/>
            <a:ext cx="1066800" cy="10464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11137900" y="-8056"/>
            <a:ext cx="1054100" cy="10541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alphaModFix/>
          </a:blip>
          <a:srcRect/>
          <a:stretch>
            <a:fillRect/>
          </a:stretch>
        </p:blipFill>
        <p:spPr>
          <a:xfrm>
            <a:off x="300754" y="754175"/>
            <a:ext cx="4596941" cy="599801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alphaModFix/>
          </a:blip>
          <a:srcRect/>
          <a:stretch>
            <a:fillRect/>
          </a:stretch>
        </p:blipFill>
        <p:spPr>
          <a:xfrm>
            <a:off x="4979388" y="167312"/>
            <a:ext cx="3532783" cy="357918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>
            <a:alphaModFix/>
          </a:blip>
          <a:srcRect/>
          <a:stretch>
            <a:fillRect/>
          </a:stretch>
        </p:blipFill>
        <p:spPr>
          <a:xfrm>
            <a:off x="5511800" y="3795740"/>
            <a:ext cx="5093515" cy="285005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>
            <a:alphaModFix/>
          </a:blip>
          <a:srcRect/>
          <a:stretch>
            <a:fillRect/>
          </a:stretch>
        </p:blipFill>
        <p:spPr>
          <a:xfrm>
            <a:off x="8593863" y="1054100"/>
            <a:ext cx="2738480" cy="2692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alphaModFix/>
          </a:blip>
          <a:srcRect l="26713" r="14501"/>
          <a:stretch>
            <a:fillRect/>
          </a:stretch>
        </p:blipFill>
        <p:spPr>
          <a:xfrm flipH="1">
            <a:off x="0" y="1"/>
            <a:ext cx="11209621" cy="6857999"/>
          </a:xfrm>
          <a:custGeom>
            <a:avLst/>
            <a:gdLst>
              <a:gd name="connsiteX0" fmla="*/ 0 w 11209621"/>
              <a:gd name="connsiteY0" fmla="*/ 0 h 6857999"/>
              <a:gd name="connsiteX1" fmla="*/ 11209621 w 11209621"/>
              <a:gd name="connsiteY1" fmla="*/ 0 h 6857999"/>
              <a:gd name="connsiteX2" fmla="*/ 11209621 w 11209621"/>
              <a:gd name="connsiteY2" fmla="*/ 6857999 h 6857999"/>
              <a:gd name="connsiteX3" fmla="*/ 0 w 11209621"/>
              <a:gd name="connsiteY3" fmla="*/ 6857999 h 6857999"/>
            </a:gdLst>
            <a:ahLst/>
            <a:cxnLst/>
            <a:rect l="l" t="t" r="r" b="b"/>
            <a:pathLst>
              <a:path w="11209621" h="6857999">
                <a:moveTo>
                  <a:pt x="0" y="0"/>
                </a:moveTo>
                <a:lnTo>
                  <a:pt x="11209621" y="0"/>
                </a:lnTo>
                <a:lnTo>
                  <a:pt x="11209621" y="6857999"/>
                </a:lnTo>
                <a:lnTo>
                  <a:pt x="0" y="6857999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alphaModFix/>
          </a:blip>
          <a:srcRect t="34327"/>
          <a:stretch>
            <a:fillRect/>
          </a:stretch>
        </p:blipFill>
        <p:spPr>
          <a:xfrm flipH="1">
            <a:off x="4477235" y="1"/>
            <a:ext cx="5486400" cy="2402061"/>
          </a:xfrm>
          <a:custGeom>
            <a:avLst/>
            <a:gdLst>
              <a:gd name="connsiteX0" fmla="*/ 0 w 5486400"/>
              <a:gd name="connsiteY0" fmla="*/ 0 h 2402061"/>
              <a:gd name="connsiteX1" fmla="*/ 5486400 w 5486400"/>
              <a:gd name="connsiteY1" fmla="*/ 0 h 2402061"/>
              <a:gd name="connsiteX2" fmla="*/ 5486400 w 5486400"/>
              <a:gd name="connsiteY2" fmla="*/ 2402061 h 2402061"/>
              <a:gd name="connsiteX3" fmla="*/ 0 w 5486400"/>
              <a:gd name="connsiteY3" fmla="*/ 2402061 h 2402061"/>
            </a:gdLst>
            <a:ahLst/>
            <a:cxnLst/>
            <a:rect l="l" t="t" r="r" b="b"/>
            <a:pathLst>
              <a:path w="5486400" h="2402061">
                <a:moveTo>
                  <a:pt x="0" y="0"/>
                </a:moveTo>
                <a:lnTo>
                  <a:pt x="5486400" y="0"/>
                </a:lnTo>
                <a:lnTo>
                  <a:pt x="5486400" y="2402061"/>
                </a:lnTo>
                <a:lnTo>
                  <a:pt x="0" y="2402061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alphaModFix/>
          </a:blip>
          <a:srcRect b="50508"/>
          <a:stretch>
            <a:fillRect/>
          </a:stretch>
        </p:blipFill>
        <p:spPr>
          <a:xfrm flipH="1">
            <a:off x="4761855" y="5047798"/>
            <a:ext cx="5486400" cy="1810202"/>
          </a:xfrm>
          <a:custGeom>
            <a:avLst/>
            <a:gdLst>
              <a:gd name="connsiteX0" fmla="*/ 0 w 5486400"/>
              <a:gd name="connsiteY0" fmla="*/ 0 h 1810202"/>
              <a:gd name="connsiteX1" fmla="*/ 5486400 w 5486400"/>
              <a:gd name="connsiteY1" fmla="*/ 0 h 1810202"/>
              <a:gd name="connsiteX2" fmla="*/ 5486400 w 5486400"/>
              <a:gd name="connsiteY2" fmla="*/ 1810202 h 1810202"/>
              <a:gd name="connsiteX3" fmla="*/ 0 w 5486400"/>
              <a:gd name="connsiteY3" fmla="*/ 1810202 h 1810202"/>
            </a:gdLst>
            <a:ahLst/>
            <a:cxnLst/>
            <a:rect l="l" t="t" r="r" b="b"/>
            <a:pathLst>
              <a:path w="5486400" h="1810202">
                <a:moveTo>
                  <a:pt x="0" y="0"/>
                </a:moveTo>
                <a:lnTo>
                  <a:pt x="5486400" y="0"/>
                </a:lnTo>
                <a:lnTo>
                  <a:pt x="5486400" y="1810202"/>
                </a:lnTo>
                <a:lnTo>
                  <a:pt x="0" y="1810202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5" name="标题 1"/>
          <p:cNvSpPr txBox="1"/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37800">
                <a:schemeClr val="accent1">
                  <a:lumMod val="50000"/>
                  <a:alpha val="90000"/>
                </a:schemeClr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7688427" y="598069"/>
            <a:ext cx="2116208" cy="224367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10000"/>
              </a:lnSpc>
            </a:pPr>
            <a:r>
              <a:rPr kumimoji="1" lang="en-US" altLang="zh-CN" sz="6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03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5762466" y="3059286"/>
            <a:ext cx="4875884" cy="67355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69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6643016" y="5356933"/>
            <a:ext cx="4875884" cy="215539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69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5936646" y="3252579"/>
            <a:ext cx="5619770" cy="181020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4000">
                <a:ln w="12700">
                  <a:noFill/>
                </a:ln>
                <a:gradFill>
                  <a:gsLst>
                    <a:gs pos="38000">
                      <a:srgbClr val="FFFFFF">
                        <a:alpha val="100000"/>
                      </a:srgbClr>
                    </a:gs>
                    <a:gs pos="96000">
                      <a:srgbClr val="0462F5">
                        <a:alpha val="100000"/>
                      </a:srgbClr>
                    </a:gs>
                  </a:gsLst>
                  <a:lin ang="5400000" scaled="0"/>
                </a:gradFill>
                <a:latin typeface="OPPOSans H"/>
                <a:ea typeface="OPPOSans H"/>
                <a:cs typeface="OPPOSans H"/>
              </a:rPr>
              <a:t>AI助手与推广策略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6387306" y="2859724"/>
            <a:ext cx="2520000" cy="1080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69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5563016" y="5898315"/>
            <a:ext cx="2520000" cy="1080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69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7460222" y="5734340"/>
            <a:ext cx="2520000" cy="1080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69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Group 12"/>
          <p:cNvGrpSpPr/>
          <p:nvPr/>
        </p:nvGrpSpPr>
        <p:grpSpPr>
          <a:xfrm>
            <a:off x="728272" y="554429"/>
            <a:ext cx="802640" cy="415756"/>
            <a:chOff x="728272" y="554429"/>
            <a:chExt cx="802640" cy="415756"/>
          </a:xfrm>
        </p:grpSpPr>
        <p:sp>
          <p:nvSpPr>
            <p:cNvPr id="14" name="标题 1"/>
            <p:cNvSpPr txBox="1"/>
            <p:nvPr/>
          </p:nvSpPr>
          <p:spPr>
            <a:xfrm>
              <a:off x="1198768" y="554429"/>
              <a:ext cx="332144" cy="415756"/>
            </a:xfrm>
            <a:prstGeom prst="chevron">
              <a:avLst>
                <a:gd name="adj" fmla="val 56867"/>
              </a:avLst>
            </a:prstGeom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>
              <a:off x="963520" y="554429"/>
              <a:ext cx="332144" cy="415756"/>
            </a:xfrm>
            <a:prstGeom prst="chevron">
              <a:avLst>
                <a:gd name="adj" fmla="val 56867"/>
              </a:avLst>
            </a:prstGeom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0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>
              <a:off x="728272" y="554429"/>
              <a:ext cx="332144" cy="415756"/>
            </a:xfrm>
            <a:prstGeom prst="chevron">
              <a:avLst>
                <a:gd name="adj" fmla="val 56867"/>
              </a:avLst>
            </a:prstGeom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10175823" y="6115757"/>
            <a:ext cx="1380593" cy="119944"/>
            <a:chOff x="10175823" y="6115757"/>
            <a:chExt cx="1380593" cy="119944"/>
          </a:xfrm>
        </p:grpSpPr>
        <p:sp>
          <p:nvSpPr>
            <p:cNvPr id="18" name="标题 1"/>
            <p:cNvSpPr txBox="1"/>
            <p:nvPr/>
          </p:nvSpPr>
          <p:spPr>
            <a:xfrm rot="16200000">
              <a:off x="10224154" y="6067426"/>
              <a:ext cx="119943" cy="216605"/>
            </a:xfrm>
            <a:custGeom>
              <a:avLst/>
              <a:gdLst>
                <a:gd name="connsiteX0" fmla="*/ 187000 w 188130"/>
                <a:gd name="connsiteY0" fmla="*/ 0 h 302349"/>
                <a:gd name="connsiteX1" fmla="*/ 0 w 188130"/>
                <a:gd name="connsiteY1" fmla="*/ 187000 h 302349"/>
                <a:gd name="connsiteX2" fmla="*/ 0 w 188130"/>
                <a:gd name="connsiteY2" fmla="*/ 302350 h 302349"/>
                <a:gd name="connsiteX3" fmla="*/ 188131 w 188130"/>
                <a:gd name="connsiteY3" fmla="*/ 114219 h 302349"/>
                <a:gd name="connsiteX4" fmla="*/ 187000 w 188130"/>
                <a:gd name="connsiteY4" fmla="*/ 0 h 302349"/>
              </a:gdLst>
              <a:ahLst/>
              <a:cxnLst/>
              <a:rect l="l" t="t" r="r" b="b"/>
              <a:pathLst>
                <a:path w="188130" h="302349">
                  <a:moveTo>
                    <a:pt x="187000" y="0"/>
                  </a:moveTo>
                  <a:lnTo>
                    <a:pt x="0" y="187000"/>
                  </a:lnTo>
                  <a:lnTo>
                    <a:pt x="0" y="302350"/>
                  </a:lnTo>
                  <a:lnTo>
                    <a:pt x="188131" y="114219"/>
                  </a:lnTo>
                  <a:lnTo>
                    <a:pt x="187000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51000"/>
              </a:schemeClr>
            </a:solidFill>
            <a:ln w="4038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0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rot="16200000">
              <a:off x="10369653" y="6067441"/>
              <a:ext cx="119943" cy="216576"/>
            </a:xfrm>
            <a:custGeom>
              <a:avLst/>
              <a:gdLst>
                <a:gd name="connsiteX0" fmla="*/ 187000 w 188130"/>
                <a:gd name="connsiteY0" fmla="*/ 0 h 302309"/>
                <a:gd name="connsiteX1" fmla="*/ 0 w 188130"/>
                <a:gd name="connsiteY1" fmla="*/ 187000 h 302309"/>
                <a:gd name="connsiteX2" fmla="*/ 0 w 188130"/>
                <a:gd name="connsiteY2" fmla="*/ 302309 h 302309"/>
                <a:gd name="connsiteX3" fmla="*/ 188131 w 188130"/>
                <a:gd name="connsiteY3" fmla="*/ 114179 h 302309"/>
                <a:gd name="connsiteX4" fmla="*/ 187000 w 188130"/>
                <a:gd name="connsiteY4" fmla="*/ 0 h 302309"/>
              </a:gdLst>
              <a:ahLst/>
              <a:cxnLst/>
              <a:rect l="l" t="t" r="r" b="b"/>
              <a:pathLst>
                <a:path w="188130" h="302309">
                  <a:moveTo>
                    <a:pt x="187000" y="0"/>
                  </a:moveTo>
                  <a:lnTo>
                    <a:pt x="0" y="187000"/>
                  </a:lnTo>
                  <a:lnTo>
                    <a:pt x="0" y="302309"/>
                  </a:lnTo>
                  <a:lnTo>
                    <a:pt x="188131" y="114179"/>
                  </a:lnTo>
                  <a:lnTo>
                    <a:pt x="187000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51000"/>
              </a:schemeClr>
            </a:solidFill>
            <a:ln w="4038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rot="16200000">
              <a:off x="10515151" y="6067426"/>
              <a:ext cx="119943" cy="216605"/>
            </a:xfrm>
            <a:custGeom>
              <a:avLst/>
              <a:gdLst>
                <a:gd name="connsiteX0" fmla="*/ 187000 w 188130"/>
                <a:gd name="connsiteY0" fmla="*/ 0 h 302349"/>
                <a:gd name="connsiteX1" fmla="*/ 0 w 188130"/>
                <a:gd name="connsiteY1" fmla="*/ 187000 h 302349"/>
                <a:gd name="connsiteX2" fmla="*/ 0 w 188130"/>
                <a:gd name="connsiteY2" fmla="*/ 302350 h 302349"/>
                <a:gd name="connsiteX3" fmla="*/ 188131 w 188130"/>
                <a:gd name="connsiteY3" fmla="*/ 114219 h 302349"/>
                <a:gd name="connsiteX4" fmla="*/ 187000 w 188130"/>
                <a:gd name="connsiteY4" fmla="*/ 0 h 302349"/>
              </a:gdLst>
              <a:ahLst/>
              <a:cxnLst/>
              <a:rect l="l" t="t" r="r" b="b"/>
              <a:pathLst>
                <a:path w="188130" h="302349">
                  <a:moveTo>
                    <a:pt x="187000" y="0"/>
                  </a:moveTo>
                  <a:lnTo>
                    <a:pt x="0" y="187000"/>
                  </a:lnTo>
                  <a:lnTo>
                    <a:pt x="0" y="302350"/>
                  </a:lnTo>
                  <a:lnTo>
                    <a:pt x="188131" y="114219"/>
                  </a:lnTo>
                  <a:lnTo>
                    <a:pt x="187000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51000"/>
              </a:schemeClr>
            </a:solidFill>
            <a:ln w="4038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rot="16200000">
              <a:off x="10660663" y="6067426"/>
              <a:ext cx="119943" cy="216605"/>
            </a:xfrm>
            <a:custGeom>
              <a:avLst/>
              <a:gdLst>
                <a:gd name="connsiteX0" fmla="*/ 187000 w 188130"/>
                <a:gd name="connsiteY0" fmla="*/ 0 h 302349"/>
                <a:gd name="connsiteX1" fmla="*/ 0 w 188130"/>
                <a:gd name="connsiteY1" fmla="*/ 187000 h 302349"/>
                <a:gd name="connsiteX2" fmla="*/ 0 w 188130"/>
                <a:gd name="connsiteY2" fmla="*/ 302350 h 302349"/>
                <a:gd name="connsiteX3" fmla="*/ 188131 w 188130"/>
                <a:gd name="connsiteY3" fmla="*/ 114219 h 302349"/>
                <a:gd name="connsiteX4" fmla="*/ 187000 w 188130"/>
                <a:gd name="connsiteY4" fmla="*/ 0 h 302349"/>
              </a:gdLst>
              <a:ahLst/>
              <a:cxnLst/>
              <a:rect l="l" t="t" r="r" b="b"/>
              <a:pathLst>
                <a:path w="188130" h="302349">
                  <a:moveTo>
                    <a:pt x="187000" y="0"/>
                  </a:moveTo>
                  <a:lnTo>
                    <a:pt x="0" y="187000"/>
                  </a:lnTo>
                  <a:lnTo>
                    <a:pt x="0" y="302350"/>
                  </a:lnTo>
                  <a:lnTo>
                    <a:pt x="188131" y="114219"/>
                  </a:lnTo>
                  <a:lnTo>
                    <a:pt x="187000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51000"/>
              </a:schemeClr>
            </a:solidFill>
            <a:ln w="4038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rot="16200000">
              <a:off x="10806147" y="6067426"/>
              <a:ext cx="119943" cy="216605"/>
            </a:xfrm>
            <a:custGeom>
              <a:avLst/>
              <a:gdLst>
                <a:gd name="connsiteX0" fmla="*/ 187000 w 188130"/>
                <a:gd name="connsiteY0" fmla="*/ 0 h 302349"/>
                <a:gd name="connsiteX1" fmla="*/ 0 w 188130"/>
                <a:gd name="connsiteY1" fmla="*/ 187000 h 302349"/>
                <a:gd name="connsiteX2" fmla="*/ 0 w 188130"/>
                <a:gd name="connsiteY2" fmla="*/ 302350 h 302349"/>
                <a:gd name="connsiteX3" fmla="*/ 188131 w 188130"/>
                <a:gd name="connsiteY3" fmla="*/ 114219 h 302349"/>
                <a:gd name="connsiteX4" fmla="*/ 187000 w 188130"/>
                <a:gd name="connsiteY4" fmla="*/ 0 h 302349"/>
              </a:gdLst>
              <a:ahLst/>
              <a:cxnLst/>
              <a:rect l="l" t="t" r="r" b="b"/>
              <a:pathLst>
                <a:path w="188130" h="302349">
                  <a:moveTo>
                    <a:pt x="187000" y="0"/>
                  </a:moveTo>
                  <a:lnTo>
                    <a:pt x="0" y="187000"/>
                  </a:lnTo>
                  <a:lnTo>
                    <a:pt x="0" y="302350"/>
                  </a:lnTo>
                  <a:lnTo>
                    <a:pt x="188131" y="114219"/>
                  </a:lnTo>
                  <a:lnTo>
                    <a:pt x="187000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51000"/>
              </a:schemeClr>
            </a:solidFill>
            <a:ln w="4038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rot="16200000">
              <a:off x="10951661" y="6067426"/>
              <a:ext cx="119943" cy="216605"/>
            </a:xfrm>
            <a:custGeom>
              <a:avLst/>
              <a:gdLst>
                <a:gd name="connsiteX0" fmla="*/ 187000 w 188130"/>
                <a:gd name="connsiteY0" fmla="*/ 0 h 302349"/>
                <a:gd name="connsiteX1" fmla="*/ 0 w 188130"/>
                <a:gd name="connsiteY1" fmla="*/ 187000 h 302349"/>
                <a:gd name="connsiteX2" fmla="*/ 0 w 188130"/>
                <a:gd name="connsiteY2" fmla="*/ 302350 h 302349"/>
                <a:gd name="connsiteX3" fmla="*/ 188131 w 188130"/>
                <a:gd name="connsiteY3" fmla="*/ 114219 h 302349"/>
                <a:gd name="connsiteX4" fmla="*/ 187000 w 188130"/>
                <a:gd name="connsiteY4" fmla="*/ 0 h 302349"/>
              </a:gdLst>
              <a:ahLst/>
              <a:cxnLst/>
              <a:rect l="l" t="t" r="r" b="b"/>
              <a:pathLst>
                <a:path w="188130" h="302349">
                  <a:moveTo>
                    <a:pt x="187000" y="0"/>
                  </a:moveTo>
                  <a:lnTo>
                    <a:pt x="0" y="187000"/>
                  </a:lnTo>
                  <a:lnTo>
                    <a:pt x="0" y="302350"/>
                  </a:lnTo>
                  <a:lnTo>
                    <a:pt x="188131" y="114219"/>
                  </a:lnTo>
                  <a:lnTo>
                    <a:pt x="187000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51000"/>
              </a:schemeClr>
            </a:solidFill>
            <a:ln w="4038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rot="16200000">
              <a:off x="11097159" y="6067441"/>
              <a:ext cx="119943" cy="216576"/>
            </a:xfrm>
            <a:custGeom>
              <a:avLst/>
              <a:gdLst>
                <a:gd name="connsiteX0" fmla="*/ 187000 w 188130"/>
                <a:gd name="connsiteY0" fmla="*/ 0 h 302309"/>
                <a:gd name="connsiteX1" fmla="*/ 0 w 188130"/>
                <a:gd name="connsiteY1" fmla="*/ 187000 h 302309"/>
                <a:gd name="connsiteX2" fmla="*/ 0 w 188130"/>
                <a:gd name="connsiteY2" fmla="*/ 302309 h 302309"/>
                <a:gd name="connsiteX3" fmla="*/ 188131 w 188130"/>
                <a:gd name="connsiteY3" fmla="*/ 114179 h 302309"/>
                <a:gd name="connsiteX4" fmla="*/ 187000 w 188130"/>
                <a:gd name="connsiteY4" fmla="*/ 0 h 302309"/>
              </a:gdLst>
              <a:ahLst/>
              <a:cxnLst/>
              <a:rect l="l" t="t" r="r" b="b"/>
              <a:pathLst>
                <a:path w="188130" h="302309">
                  <a:moveTo>
                    <a:pt x="187000" y="0"/>
                  </a:moveTo>
                  <a:lnTo>
                    <a:pt x="0" y="187000"/>
                  </a:lnTo>
                  <a:lnTo>
                    <a:pt x="0" y="302309"/>
                  </a:lnTo>
                  <a:lnTo>
                    <a:pt x="188131" y="114179"/>
                  </a:lnTo>
                  <a:lnTo>
                    <a:pt x="187000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51000"/>
              </a:schemeClr>
            </a:solidFill>
            <a:ln w="4038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rot="16200000">
              <a:off x="11242657" y="6067426"/>
              <a:ext cx="119943" cy="216605"/>
            </a:xfrm>
            <a:custGeom>
              <a:avLst/>
              <a:gdLst>
                <a:gd name="connsiteX0" fmla="*/ 187000 w 188130"/>
                <a:gd name="connsiteY0" fmla="*/ 0 h 302349"/>
                <a:gd name="connsiteX1" fmla="*/ 0 w 188130"/>
                <a:gd name="connsiteY1" fmla="*/ 187000 h 302349"/>
                <a:gd name="connsiteX2" fmla="*/ 0 w 188130"/>
                <a:gd name="connsiteY2" fmla="*/ 302350 h 302349"/>
                <a:gd name="connsiteX3" fmla="*/ 188131 w 188130"/>
                <a:gd name="connsiteY3" fmla="*/ 114219 h 302349"/>
                <a:gd name="connsiteX4" fmla="*/ 187000 w 188130"/>
                <a:gd name="connsiteY4" fmla="*/ 0 h 302349"/>
              </a:gdLst>
              <a:ahLst/>
              <a:cxnLst/>
              <a:rect l="l" t="t" r="r" b="b"/>
              <a:pathLst>
                <a:path w="188130" h="302349">
                  <a:moveTo>
                    <a:pt x="187000" y="0"/>
                  </a:moveTo>
                  <a:lnTo>
                    <a:pt x="0" y="187000"/>
                  </a:lnTo>
                  <a:lnTo>
                    <a:pt x="0" y="302350"/>
                  </a:lnTo>
                  <a:lnTo>
                    <a:pt x="188131" y="114219"/>
                  </a:lnTo>
                  <a:lnTo>
                    <a:pt x="187000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51000"/>
              </a:schemeClr>
            </a:solidFill>
            <a:ln w="4038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6" name="标题 1"/>
            <p:cNvSpPr txBox="1"/>
            <p:nvPr/>
          </p:nvSpPr>
          <p:spPr>
            <a:xfrm rot="16200000">
              <a:off x="11388156" y="6067441"/>
              <a:ext cx="119943" cy="216576"/>
            </a:xfrm>
            <a:custGeom>
              <a:avLst/>
              <a:gdLst>
                <a:gd name="connsiteX0" fmla="*/ 187000 w 188130"/>
                <a:gd name="connsiteY0" fmla="*/ 0 h 302309"/>
                <a:gd name="connsiteX1" fmla="*/ 0 w 188130"/>
                <a:gd name="connsiteY1" fmla="*/ 187000 h 302309"/>
                <a:gd name="connsiteX2" fmla="*/ 0 w 188130"/>
                <a:gd name="connsiteY2" fmla="*/ 302309 h 302309"/>
                <a:gd name="connsiteX3" fmla="*/ 188131 w 188130"/>
                <a:gd name="connsiteY3" fmla="*/ 114179 h 302309"/>
                <a:gd name="connsiteX4" fmla="*/ 187000 w 188130"/>
                <a:gd name="connsiteY4" fmla="*/ 0 h 302309"/>
              </a:gdLst>
              <a:ahLst/>
              <a:cxnLst/>
              <a:rect l="l" t="t" r="r" b="b"/>
              <a:pathLst>
                <a:path w="188130" h="302309">
                  <a:moveTo>
                    <a:pt x="187000" y="0"/>
                  </a:moveTo>
                  <a:lnTo>
                    <a:pt x="0" y="187000"/>
                  </a:lnTo>
                  <a:lnTo>
                    <a:pt x="0" y="302309"/>
                  </a:lnTo>
                  <a:lnTo>
                    <a:pt x="188131" y="114179"/>
                  </a:lnTo>
                  <a:lnTo>
                    <a:pt x="187000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51000"/>
              </a:schemeClr>
            </a:solidFill>
            <a:ln w="4038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pic>
        <p:nvPicPr>
          <p:cNvPr id="27" name="Picture 26"/>
          <p:cNvPicPr>
            <a:picLocks noChangeAspect="1"/>
          </p:cNvPicPr>
          <p:nvPr/>
        </p:nvPicPr>
        <p:blipFill>
          <a:blip r:embed="rId4">
            <a:alphaModFix/>
          </a:blip>
          <a:srcRect t="1905"/>
          <a:stretch>
            <a:fillRect/>
          </a:stretch>
        </p:blipFill>
        <p:spPr>
          <a:xfrm>
            <a:off x="10083800" y="-5080"/>
            <a:ext cx="1066800" cy="104648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5">
            <a:alphaModFix/>
          </a:blip>
          <a:srcRect/>
          <a:stretch>
            <a:fillRect/>
          </a:stretch>
        </p:blipFill>
        <p:spPr>
          <a:xfrm>
            <a:off x="11150600" y="-12700"/>
            <a:ext cx="1054100" cy="1054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16200000">
            <a:off x="1359235" y="1355558"/>
            <a:ext cx="1933074" cy="1933074"/>
          </a:xfrm>
          <a:prstGeom prst="blockArc">
            <a:avLst>
              <a:gd name="adj1" fmla="val 10800000"/>
              <a:gd name="adj2" fmla="val 0"/>
              <a:gd name="adj3" fmla="val 10062"/>
            </a:avLst>
          </a:prstGeom>
          <a:solidFill>
            <a:schemeClr val="accent1"/>
          </a:solidFill>
          <a:ln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3212097" y="2120900"/>
            <a:ext cx="7058526" cy="98926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AI助手的功能:
1. KOC推荐,
2. 合作方式建议, 
3. 推广策略设计。
</a:t>
            </a: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5400000" flipH="1">
            <a:off x="8886992" y="1355558"/>
            <a:ext cx="1933074" cy="1933074"/>
          </a:xfrm>
          <a:prstGeom prst="blockArc">
            <a:avLst>
              <a:gd name="adj1" fmla="val 10800000"/>
              <a:gd name="adj2" fmla="val 0"/>
              <a:gd name="adj3" fmla="val 10062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212097" y="1715418"/>
            <a:ext cx="7058526" cy="362176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462F5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AI助手功能介绍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16200000">
            <a:off x="1359235" y="3757391"/>
            <a:ext cx="1933074" cy="1933074"/>
          </a:xfrm>
          <a:prstGeom prst="blockArc">
            <a:avLst>
              <a:gd name="adj1" fmla="val 10800000"/>
              <a:gd name="adj2" fmla="val 0"/>
              <a:gd name="adj3" fmla="val 10062"/>
            </a:avLst>
          </a:prstGeom>
          <a:solidFill>
            <a:schemeClr val="accent1"/>
          </a:solidFill>
          <a:ln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1863630" y="4124549"/>
            <a:ext cx="1246705" cy="1154837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6600">
                <a:ln w="15875">
                  <a:solidFill>
                    <a:srgbClr val="0068BF">
                      <a:alpha val="100000"/>
                    </a:srgbClr>
                  </a:solidFill>
                </a:ln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02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3212097" y="4521200"/>
            <a:ext cx="7058526" cy="990796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AI助手的技术基础，包括LLM和RAG模型, 且具有数据越全, 反馈越多, 效果越好的特点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5400000" flipH="1">
            <a:off x="8886992" y="3757391"/>
            <a:ext cx="1933074" cy="1933074"/>
          </a:xfrm>
          <a:prstGeom prst="blockArc">
            <a:avLst>
              <a:gd name="adj1" fmla="val 10800000"/>
              <a:gd name="adj2" fmla="val 0"/>
              <a:gd name="adj3" fmla="val 10062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3212097" y="4117251"/>
            <a:ext cx="7058526" cy="362176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462F5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AI助手技术基础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1863630" y="1711549"/>
            <a:ext cx="1246705" cy="1154837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6600">
                <a:ln w="15875">
                  <a:solidFill>
                    <a:srgbClr val="0068BF">
                      <a:alpha val="100000"/>
                    </a:srgbClr>
                  </a:solidFill>
                </a:ln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01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flipH="1">
            <a:off x="300755" y="309663"/>
            <a:ext cx="418072" cy="418072"/>
          </a:xfrm>
          <a:custGeom>
            <a:avLst/>
            <a:gdLst>
              <a:gd name="connsiteX0" fmla="*/ 0 w 756957"/>
              <a:gd name="connsiteY0" fmla="*/ 622718 h 756957"/>
              <a:gd name="connsiteX1" fmla="*/ 134239 w 756957"/>
              <a:gd name="connsiteY1" fmla="*/ 756957 h 756957"/>
              <a:gd name="connsiteX2" fmla="*/ 98814 w 756957"/>
              <a:gd name="connsiteY2" fmla="*/ 756957 h 756957"/>
              <a:gd name="connsiteX3" fmla="*/ 0 w 756957"/>
              <a:gd name="connsiteY3" fmla="*/ 658142 h 756957"/>
              <a:gd name="connsiteX4" fmla="*/ 0 w 756957"/>
              <a:gd name="connsiteY4" fmla="*/ 479157 h 756957"/>
              <a:gd name="connsiteX5" fmla="*/ 277800 w 756957"/>
              <a:gd name="connsiteY5" fmla="*/ 756957 h 756957"/>
              <a:gd name="connsiteX6" fmla="*/ 240510 w 756957"/>
              <a:gd name="connsiteY6" fmla="*/ 756957 h 756957"/>
              <a:gd name="connsiteX7" fmla="*/ 0 w 756957"/>
              <a:gd name="connsiteY7" fmla="*/ 516446 h 756957"/>
              <a:gd name="connsiteX8" fmla="*/ 0 w 756957"/>
              <a:gd name="connsiteY8" fmla="*/ 337461 h 756957"/>
              <a:gd name="connsiteX9" fmla="*/ 419496 w 756957"/>
              <a:gd name="connsiteY9" fmla="*/ 756957 h 756957"/>
              <a:gd name="connsiteX10" fmla="*/ 382208 w 756957"/>
              <a:gd name="connsiteY10" fmla="*/ 756957 h 756957"/>
              <a:gd name="connsiteX11" fmla="*/ 0 w 756957"/>
              <a:gd name="connsiteY11" fmla="*/ 374750 h 756957"/>
              <a:gd name="connsiteX12" fmla="*/ 0 w 756957"/>
              <a:gd name="connsiteY12" fmla="*/ 195765 h 756957"/>
              <a:gd name="connsiteX13" fmla="*/ 561192 w 756957"/>
              <a:gd name="connsiteY13" fmla="*/ 756957 h 756957"/>
              <a:gd name="connsiteX14" fmla="*/ 525768 w 756957"/>
              <a:gd name="connsiteY14" fmla="*/ 756957 h 756957"/>
              <a:gd name="connsiteX15" fmla="*/ 0 w 756957"/>
              <a:gd name="connsiteY15" fmla="*/ 231189 h 756957"/>
              <a:gd name="connsiteX16" fmla="*/ 0 w 756957"/>
              <a:gd name="connsiteY16" fmla="*/ 52204 h 756957"/>
              <a:gd name="connsiteX17" fmla="*/ 702889 w 756957"/>
              <a:gd name="connsiteY17" fmla="*/ 756957 h 756957"/>
              <a:gd name="connsiteX18" fmla="*/ 667465 w 756957"/>
              <a:gd name="connsiteY18" fmla="*/ 756957 h 756957"/>
              <a:gd name="connsiteX19" fmla="*/ 0 w 756957"/>
              <a:gd name="connsiteY19" fmla="*/ 89493 h 756957"/>
              <a:gd name="connsiteX20" fmla="*/ 620855 w 756957"/>
              <a:gd name="connsiteY20" fmla="*/ 0 h 756957"/>
              <a:gd name="connsiteX21" fmla="*/ 658143 w 756957"/>
              <a:gd name="connsiteY21" fmla="*/ 0 h 756957"/>
              <a:gd name="connsiteX22" fmla="*/ 756957 w 756957"/>
              <a:gd name="connsiteY22" fmla="*/ 98814 h 756957"/>
              <a:gd name="connsiteX23" fmla="*/ 756957 w 756957"/>
              <a:gd name="connsiteY23" fmla="*/ 136103 h 756957"/>
              <a:gd name="connsiteX24" fmla="*/ 479157 w 756957"/>
              <a:gd name="connsiteY24" fmla="*/ 0 h 756957"/>
              <a:gd name="connsiteX25" fmla="*/ 516445 w 756957"/>
              <a:gd name="connsiteY25" fmla="*/ 0 h 756957"/>
              <a:gd name="connsiteX26" fmla="*/ 756957 w 756957"/>
              <a:gd name="connsiteY26" fmla="*/ 240511 h 756957"/>
              <a:gd name="connsiteX27" fmla="*/ 756957 w 756957"/>
              <a:gd name="connsiteY27" fmla="*/ 277800 h 756957"/>
              <a:gd name="connsiteX28" fmla="*/ 337461 w 756957"/>
              <a:gd name="connsiteY28" fmla="*/ 0 h 756957"/>
              <a:gd name="connsiteX29" fmla="*/ 372885 w 756957"/>
              <a:gd name="connsiteY29" fmla="*/ 0 h 756957"/>
              <a:gd name="connsiteX30" fmla="*/ 756957 w 756957"/>
              <a:gd name="connsiteY30" fmla="*/ 384073 h 756957"/>
              <a:gd name="connsiteX31" fmla="*/ 756957 w 756957"/>
              <a:gd name="connsiteY31" fmla="*/ 419496 h 756957"/>
              <a:gd name="connsiteX32" fmla="*/ 195765 w 756957"/>
              <a:gd name="connsiteY32" fmla="*/ 0 h 756957"/>
              <a:gd name="connsiteX33" fmla="*/ 231189 w 756957"/>
              <a:gd name="connsiteY33" fmla="*/ 0 h 756957"/>
              <a:gd name="connsiteX34" fmla="*/ 756957 w 756957"/>
              <a:gd name="connsiteY34" fmla="*/ 525769 h 756957"/>
              <a:gd name="connsiteX35" fmla="*/ 756957 w 756957"/>
              <a:gd name="connsiteY35" fmla="*/ 563057 h 756957"/>
              <a:gd name="connsiteX36" fmla="*/ 52204 w 756957"/>
              <a:gd name="connsiteY36" fmla="*/ 0 h 756957"/>
              <a:gd name="connsiteX37" fmla="*/ 89492 w 756957"/>
              <a:gd name="connsiteY37" fmla="*/ 0 h 756957"/>
              <a:gd name="connsiteX38" fmla="*/ 756957 w 756957"/>
              <a:gd name="connsiteY38" fmla="*/ 667465 h 756957"/>
              <a:gd name="connsiteX39" fmla="*/ 756957 w 756957"/>
              <a:gd name="connsiteY39" fmla="*/ 704753 h 756957"/>
            </a:gdLst>
            <a:ahLst/>
            <a:cxnLst/>
            <a:rect l="l" t="t" r="r" b="b"/>
            <a:pathLst>
              <a:path w="756957" h="756957">
                <a:moveTo>
                  <a:pt x="0" y="622718"/>
                </a:moveTo>
                <a:lnTo>
                  <a:pt x="134239" y="756957"/>
                </a:lnTo>
                <a:lnTo>
                  <a:pt x="98814" y="756957"/>
                </a:lnTo>
                <a:lnTo>
                  <a:pt x="0" y="658142"/>
                </a:lnTo>
                <a:close/>
                <a:moveTo>
                  <a:pt x="0" y="479157"/>
                </a:moveTo>
                <a:lnTo>
                  <a:pt x="277800" y="756957"/>
                </a:lnTo>
                <a:lnTo>
                  <a:pt x="240510" y="756957"/>
                </a:lnTo>
                <a:lnTo>
                  <a:pt x="0" y="516446"/>
                </a:lnTo>
                <a:close/>
                <a:moveTo>
                  <a:pt x="0" y="337461"/>
                </a:moveTo>
                <a:lnTo>
                  <a:pt x="419496" y="756957"/>
                </a:lnTo>
                <a:lnTo>
                  <a:pt x="382208" y="756957"/>
                </a:lnTo>
                <a:lnTo>
                  <a:pt x="0" y="374750"/>
                </a:lnTo>
                <a:close/>
                <a:moveTo>
                  <a:pt x="0" y="195765"/>
                </a:moveTo>
                <a:lnTo>
                  <a:pt x="561192" y="756957"/>
                </a:lnTo>
                <a:lnTo>
                  <a:pt x="525768" y="756957"/>
                </a:lnTo>
                <a:lnTo>
                  <a:pt x="0" y="231189"/>
                </a:lnTo>
                <a:close/>
                <a:moveTo>
                  <a:pt x="0" y="52204"/>
                </a:moveTo>
                <a:lnTo>
                  <a:pt x="702889" y="756957"/>
                </a:lnTo>
                <a:lnTo>
                  <a:pt x="667465" y="756957"/>
                </a:lnTo>
                <a:lnTo>
                  <a:pt x="0" y="89493"/>
                </a:lnTo>
                <a:close/>
                <a:moveTo>
                  <a:pt x="620855" y="0"/>
                </a:moveTo>
                <a:lnTo>
                  <a:pt x="658143" y="0"/>
                </a:lnTo>
                <a:lnTo>
                  <a:pt x="756957" y="98814"/>
                </a:lnTo>
                <a:lnTo>
                  <a:pt x="756957" y="136103"/>
                </a:lnTo>
                <a:close/>
                <a:moveTo>
                  <a:pt x="479157" y="0"/>
                </a:moveTo>
                <a:lnTo>
                  <a:pt x="516445" y="0"/>
                </a:lnTo>
                <a:lnTo>
                  <a:pt x="756957" y="240511"/>
                </a:lnTo>
                <a:lnTo>
                  <a:pt x="756957" y="277800"/>
                </a:lnTo>
                <a:close/>
                <a:moveTo>
                  <a:pt x="337461" y="0"/>
                </a:moveTo>
                <a:lnTo>
                  <a:pt x="372885" y="0"/>
                </a:lnTo>
                <a:lnTo>
                  <a:pt x="756957" y="384073"/>
                </a:lnTo>
                <a:lnTo>
                  <a:pt x="756957" y="419496"/>
                </a:lnTo>
                <a:close/>
                <a:moveTo>
                  <a:pt x="195765" y="0"/>
                </a:moveTo>
                <a:lnTo>
                  <a:pt x="231189" y="0"/>
                </a:lnTo>
                <a:lnTo>
                  <a:pt x="756957" y="525769"/>
                </a:lnTo>
                <a:lnTo>
                  <a:pt x="756957" y="563057"/>
                </a:lnTo>
                <a:close/>
                <a:moveTo>
                  <a:pt x="52204" y="0"/>
                </a:moveTo>
                <a:lnTo>
                  <a:pt x="89492" y="0"/>
                </a:lnTo>
                <a:lnTo>
                  <a:pt x="756957" y="667465"/>
                </a:lnTo>
                <a:lnTo>
                  <a:pt x="756957" y="704753"/>
                </a:lnTo>
                <a:close/>
              </a:path>
            </a:pathLst>
          </a:custGeom>
          <a:solidFill>
            <a:schemeClr val="accent1"/>
          </a:solidFill>
          <a:ln w="1632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870659" y="250490"/>
            <a:ext cx="10377569" cy="53641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2800">
                <a:ln w="889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AI助手概述</a:t>
            </a:r>
            <a:endParaRPr kumimoji="1" lang="zh-CN" alt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alphaModFix/>
          </a:blip>
          <a:srcRect t="1905"/>
          <a:stretch>
            <a:fillRect/>
          </a:stretch>
        </p:blipFill>
        <p:spPr>
          <a:xfrm>
            <a:off x="10071100" y="7620"/>
            <a:ext cx="1066800" cy="104648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11137900" y="0"/>
            <a:ext cx="1054100" cy="1054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16200000">
            <a:off x="937525" y="2366616"/>
            <a:ext cx="4465748" cy="2186153"/>
          </a:xfrm>
          <a:prstGeom prst="trapezoid">
            <a:avLst>
              <a:gd name="adj" fmla="val 55369"/>
            </a:avLst>
          </a:prstGeom>
          <a:gradFill>
            <a:gsLst>
              <a:gs pos="21000">
                <a:schemeClr val="accent1">
                  <a:alpha val="1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317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16200000">
            <a:off x="1732003" y="1766448"/>
            <a:ext cx="4077126" cy="3386490"/>
          </a:xfrm>
          <a:prstGeom prst="trapezoid">
            <a:avLst>
              <a:gd name="adj" fmla="val 39243"/>
            </a:avLst>
          </a:prstGeom>
          <a:gradFill>
            <a:gsLst>
              <a:gs pos="13000">
                <a:schemeClr val="accent1">
                  <a:alpha val="1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317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2663274" y="670007"/>
            <a:ext cx="2133600" cy="5517986"/>
          </a:xfrm>
          <a:prstGeom prst="arc">
            <a:avLst>
              <a:gd name="adj1" fmla="val 16965043"/>
              <a:gd name="adj2" fmla="val 4741455"/>
            </a:avLst>
          </a:prstGeom>
          <a:noFill/>
          <a:ln w="19050" cap="sq">
            <a:gradFill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40000">
                  <a:schemeClr val="accent1"/>
                </a:gs>
                <a:gs pos="60000">
                  <a:schemeClr val="accent1"/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5400000" scaled="0"/>
            </a:gra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104865" y="2362200"/>
            <a:ext cx="2133600" cy="2133600"/>
          </a:xfrm>
          <a:prstGeom prst="ellipse">
            <a:avLst/>
          </a:prstGeom>
          <a:solidFill>
            <a:schemeClr val="bg1"/>
          </a:solidFill>
          <a:ln w="3175" cap="sq">
            <a:solidFill>
              <a:schemeClr val="accent1"/>
            </a:solidFill>
          </a:ln>
          <a:effectLst>
            <a:outerShdw blurRad="254000" sx="109000" sy="109000" algn="ctr" rotWithShape="0">
              <a:schemeClr val="accent1">
                <a:alpha val="5000"/>
              </a:schemeClr>
            </a:outerShdw>
          </a:effectLst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1352515" y="2609850"/>
            <a:ext cx="1638300" cy="1638300"/>
          </a:xfrm>
          <a:prstGeom prst="ellipse">
            <a:avLst/>
          </a:prstGeom>
          <a:solidFill>
            <a:schemeClr val="accent1"/>
          </a:solidFill>
          <a:ln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4367375" y="1842807"/>
            <a:ext cx="683598" cy="683598"/>
          </a:xfrm>
          <a:prstGeom prst="ellipse">
            <a:avLst/>
          </a:prstGeom>
          <a:solidFill>
            <a:schemeClr val="bg1"/>
          </a:solidFill>
          <a:ln w="9525" cap="sq">
            <a:solidFill>
              <a:schemeClr val="accent1"/>
            </a:solidFill>
          </a:ln>
          <a:effectLst>
            <a:outerShdw blurRad="254000" sx="109000" sy="109000" algn="ctr" rotWithShape="0">
              <a:schemeClr val="accent1">
                <a:alpha val="5000"/>
              </a:schemeClr>
            </a:outerShdw>
          </a:effectLst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4341041" y="3995062"/>
            <a:ext cx="683598" cy="683598"/>
          </a:xfrm>
          <a:prstGeom prst="ellipse">
            <a:avLst/>
          </a:prstGeom>
          <a:solidFill>
            <a:schemeClr val="bg1"/>
          </a:solidFill>
          <a:ln w="9525" cap="sq">
            <a:solidFill>
              <a:schemeClr val="accent1"/>
            </a:solidFill>
          </a:ln>
          <a:effectLst>
            <a:outerShdw blurRad="254000" sx="109000" sy="109000" algn="ctr" rotWithShape="0">
              <a:schemeClr val="accent1">
                <a:alpha val="5000"/>
              </a:schemeClr>
            </a:outerShdw>
          </a:effectLst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4510754" y="1986186"/>
            <a:ext cx="396840" cy="396840"/>
          </a:xfrm>
          <a:custGeom>
            <a:avLst/>
            <a:gdLst>
              <a:gd name="connsiteX0" fmla="*/ 457070 w 720001"/>
              <a:gd name="connsiteY0" fmla="*/ 57166 h 720001"/>
              <a:gd name="connsiteX1" fmla="*/ 457070 w 720001"/>
              <a:gd name="connsiteY1" fmla="*/ 263017 h 720001"/>
              <a:gd name="connsiteX2" fmla="*/ 662921 w 720001"/>
              <a:gd name="connsiteY2" fmla="*/ 263017 h 720001"/>
              <a:gd name="connsiteX3" fmla="*/ 647393 w 720001"/>
              <a:gd name="connsiteY3" fmla="*/ 212704 h 720001"/>
              <a:gd name="connsiteX4" fmla="*/ 591008 w 720001"/>
              <a:gd name="connsiteY4" fmla="*/ 129079 h 720001"/>
              <a:gd name="connsiteX5" fmla="*/ 507383 w 720001"/>
              <a:gd name="connsiteY5" fmla="*/ 72694 h 720001"/>
              <a:gd name="connsiteX6" fmla="*/ 457070 w 720001"/>
              <a:gd name="connsiteY6" fmla="*/ 57166 h 720001"/>
              <a:gd name="connsiteX7" fmla="*/ 307952 w 720001"/>
              <a:gd name="connsiteY7" fmla="*/ 56386 h 720001"/>
              <a:gd name="connsiteX8" fmla="*/ 240115 w 720001"/>
              <a:gd name="connsiteY8" fmla="*/ 76251 h 720001"/>
              <a:gd name="connsiteX9" fmla="*/ 142092 w 720001"/>
              <a:gd name="connsiteY9" fmla="*/ 142179 h 720001"/>
              <a:gd name="connsiteX10" fmla="*/ 76077 w 720001"/>
              <a:gd name="connsiteY10" fmla="*/ 240116 h 720001"/>
              <a:gd name="connsiteX11" fmla="*/ 51874 w 720001"/>
              <a:gd name="connsiteY11" fmla="*/ 360000 h 720001"/>
              <a:gd name="connsiteX12" fmla="*/ 76077 w 720001"/>
              <a:gd name="connsiteY12" fmla="*/ 479885 h 720001"/>
              <a:gd name="connsiteX13" fmla="*/ 142092 w 720001"/>
              <a:gd name="connsiteY13" fmla="*/ 577822 h 720001"/>
              <a:gd name="connsiteX14" fmla="*/ 240029 w 720001"/>
              <a:gd name="connsiteY14" fmla="*/ 643837 h 720001"/>
              <a:gd name="connsiteX15" fmla="*/ 359913 w 720001"/>
              <a:gd name="connsiteY15" fmla="*/ 668039 h 720001"/>
              <a:gd name="connsiteX16" fmla="*/ 479798 w 720001"/>
              <a:gd name="connsiteY16" fmla="*/ 643837 h 720001"/>
              <a:gd name="connsiteX17" fmla="*/ 577735 w 720001"/>
              <a:gd name="connsiteY17" fmla="*/ 577822 h 720001"/>
              <a:gd name="connsiteX18" fmla="*/ 643750 w 720001"/>
              <a:gd name="connsiteY18" fmla="*/ 479885 h 720001"/>
              <a:gd name="connsiteX19" fmla="*/ 663615 w 720001"/>
              <a:gd name="connsiteY19" fmla="*/ 412049 h 720001"/>
              <a:gd name="connsiteX20" fmla="*/ 360000 w 720001"/>
              <a:gd name="connsiteY20" fmla="*/ 412049 h 720001"/>
              <a:gd name="connsiteX21" fmla="*/ 307952 w 720001"/>
              <a:gd name="connsiteY21" fmla="*/ 360000 h 720001"/>
              <a:gd name="connsiteX22" fmla="*/ 405022 w 720001"/>
              <a:gd name="connsiteY22" fmla="*/ 0 h 720001"/>
              <a:gd name="connsiteX23" fmla="*/ 720001 w 720001"/>
              <a:gd name="connsiteY23" fmla="*/ 314979 h 720001"/>
              <a:gd name="connsiteX24" fmla="*/ 405022 w 720001"/>
              <a:gd name="connsiteY24" fmla="*/ 314979 h 720001"/>
              <a:gd name="connsiteX25" fmla="*/ 360000 w 720001"/>
              <a:gd name="connsiteY25" fmla="*/ 0 h 720001"/>
              <a:gd name="connsiteX26" fmla="*/ 360000 w 720001"/>
              <a:gd name="connsiteY26" fmla="*/ 360000 h 720001"/>
              <a:gd name="connsiteX27" fmla="*/ 720001 w 720001"/>
              <a:gd name="connsiteY27" fmla="*/ 360000 h 720001"/>
              <a:gd name="connsiteX28" fmla="*/ 360000 w 720001"/>
              <a:gd name="connsiteY28" fmla="*/ 720001 h 720001"/>
              <a:gd name="connsiteX29" fmla="*/ 0 w 720001"/>
              <a:gd name="connsiteY29" fmla="*/ 360000 h 720001"/>
              <a:gd name="connsiteX30" fmla="*/ 360000 w 720001"/>
              <a:gd name="connsiteY30" fmla="*/ 0 h 720001"/>
            </a:gdLst>
            <a:ahLst/>
            <a:cxnLst/>
            <a:rect l="l" t="t" r="r" b="b"/>
            <a:pathLst>
              <a:path w="720001" h="720001">
                <a:moveTo>
                  <a:pt x="457070" y="57166"/>
                </a:moveTo>
                <a:lnTo>
                  <a:pt x="457070" y="263017"/>
                </a:lnTo>
                <a:lnTo>
                  <a:pt x="662921" y="263017"/>
                </a:lnTo>
                <a:cubicBezTo>
                  <a:pt x="659451" y="245755"/>
                  <a:pt x="654246" y="229012"/>
                  <a:pt x="647393" y="212704"/>
                </a:cubicBezTo>
                <a:cubicBezTo>
                  <a:pt x="634121" y="181388"/>
                  <a:pt x="615210" y="153282"/>
                  <a:pt x="591008" y="129079"/>
                </a:cubicBezTo>
                <a:cubicBezTo>
                  <a:pt x="566806" y="104877"/>
                  <a:pt x="538699" y="85966"/>
                  <a:pt x="507383" y="72694"/>
                </a:cubicBezTo>
                <a:cubicBezTo>
                  <a:pt x="491075" y="65755"/>
                  <a:pt x="474246" y="60636"/>
                  <a:pt x="457070" y="57166"/>
                </a:cubicBezTo>
                <a:close/>
                <a:moveTo>
                  <a:pt x="307952" y="56386"/>
                </a:moveTo>
                <a:cubicBezTo>
                  <a:pt x="284703" y="60376"/>
                  <a:pt x="262062" y="66969"/>
                  <a:pt x="240115" y="76251"/>
                </a:cubicBezTo>
                <a:cubicBezTo>
                  <a:pt x="203508" y="91778"/>
                  <a:pt x="170544" y="113986"/>
                  <a:pt x="142092" y="142179"/>
                </a:cubicBezTo>
                <a:cubicBezTo>
                  <a:pt x="113812" y="170545"/>
                  <a:pt x="91605" y="203422"/>
                  <a:pt x="76077" y="240116"/>
                </a:cubicBezTo>
                <a:cubicBezTo>
                  <a:pt x="60029" y="278111"/>
                  <a:pt x="51874" y="318362"/>
                  <a:pt x="51874" y="360000"/>
                </a:cubicBezTo>
                <a:cubicBezTo>
                  <a:pt x="51874" y="401639"/>
                  <a:pt x="60029" y="441976"/>
                  <a:pt x="76077" y="479885"/>
                </a:cubicBezTo>
                <a:cubicBezTo>
                  <a:pt x="91605" y="516579"/>
                  <a:pt x="113812" y="549543"/>
                  <a:pt x="142092" y="577822"/>
                </a:cubicBezTo>
                <a:cubicBezTo>
                  <a:pt x="170458" y="606102"/>
                  <a:pt x="203335" y="628309"/>
                  <a:pt x="240029" y="643837"/>
                </a:cubicBezTo>
                <a:cubicBezTo>
                  <a:pt x="278024" y="659885"/>
                  <a:pt x="318275" y="668039"/>
                  <a:pt x="359913" y="668039"/>
                </a:cubicBezTo>
                <a:cubicBezTo>
                  <a:pt x="401552" y="668039"/>
                  <a:pt x="441890" y="659885"/>
                  <a:pt x="479798" y="643837"/>
                </a:cubicBezTo>
                <a:cubicBezTo>
                  <a:pt x="516492" y="628309"/>
                  <a:pt x="549456" y="606102"/>
                  <a:pt x="577735" y="577822"/>
                </a:cubicBezTo>
                <a:cubicBezTo>
                  <a:pt x="606015" y="549456"/>
                  <a:pt x="628222" y="516579"/>
                  <a:pt x="643750" y="479885"/>
                </a:cubicBezTo>
                <a:cubicBezTo>
                  <a:pt x="653032" y="457938"/>
                  <a:pt x="659625" y="435297"/>
                  <a:pt x="663615" y="412049"/>
                </a:cubicBezTo>
                <a:lnTo>
                  <a:pt x="360000" y="412049"/>
                </a:lnTo>
                <a:cubicBezTo>
                  <a:pt x="331287" y="412049"/>
                  <a:pt x="307952" y="388714"/>
                  <a:pt x="307952" y="360000"/>
                </a:cubicBezTo>
                <a:close/>
                <a:moveTo>
                  <a:pt x="405022" y="0"/>
                </a:moveTo>
                <a:cubicBezTo>
                  <a:pt x="578950" y="0"/>
                  <a:pt x="720001" y="141051"/>
                  <a:pt x="720001" y="314979"/>
                </a:cubicBezTo>
                <a:lnTo>
                  <a:pt x="405022" y="314979"/>
                </a:lnTo>
                <a:close/>
                <a:moveTo>
                  <a:pt x="360000" y="0"/>
                </a:moveTo>
                <a:lnTo>
                  <a:pt x="360000" y="360000"/>
                </a:lnTo>
                <a:lnTo>
                  <a:pt x="720001" y="360000"/>
                </a:lnTo>
                <a:cubicBezTo>
                  <a:pt x="720001" y="558825"/>
                  <a:pt x="558824" y="720001"/>
                  <a:pt x="360000" y="720001"/>
                </a:cubicBezTo>
                <a:cubicBezTo>
                  <a:pt x="161176" y="720001"/>
                  <a:pt x="0" y="558825"/>
                  <a:pt x="0" y="360000"/>
                </a:cubicBezTo>
                <a:cubicBezTo>
                  <a:pt x="0" y="161176"/>
                  <a:pt x="161176" y="0"/>
                  <a:pt x="360000" y="0"/>
                </a:cubicBezTo>
                <a:close/>
              </a:path>
            </a:pathLst>
          </a:custGeom>
          <a:solidFill>
            <a:schemeClr val="accent1"/>
          </a:solidFill>
          <a:ln cap="sq">
            <a:noFill/>
            <a:prstDash val="solid"/>
          </a:ln>
          <a:effectLst/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4484420" y="4149846"/>
            <a:ext cx="396840" cy="374030"/>
          </a:xfrm>
          <a:custGeom>
            <a:avLst/>
            <a:gdLst>
              <a:gd name="connsiteX0" fmla="*/ 1110072 w 1498885"/>
              <a:gd name="connsiteY0" fmla="*/ 1039039 h 1412736"/>
              <a:gd name="connsiteX1" fmla="*/ 1149511 w 1498885"/>
              <a:gd name="connsiteY1" fmla="*/ 1055363 h 1412736"/>
              <a:gd name="connsiteX2" fmla="*/ 1371451 w 1498885"/>
              <a:gd name="connsiteY2" fmla="*/ 1277303 h 1412736"/>
              <a:gd name="connsiteX3" fmla="*/ 1371451 w 1498885"/>
              <a:gd name="connsiteY3" fmla="*/ 1356182 h 1412736"/>
              <a:gd name="connsiteX4" fmla="*/ 1332012 w 1498885"/>
              <a:gd name="connsiteY4" fmla="*/ 1372553 h 1412736"/>
              <a:gd name="connsiteX5" fmla="*/ 1292572 w 1498885"/>
              <a:gd name="connsiteY5" fmla="*/ 1356182 h 1412736"/>
              <a:gd name="connsiteX6" fmla="*/ 1070632 w 1498885"/>
              <a:gd name="connsiteY6" fmla="*/ 1134242 h 1412736"/>
              <a:gd name="connsiteX7" fmla="*/ 1070632 w 1498885"/>
              <a:gd name="connsiteY7" fmla="*/ 1055363 h 1412736"/>
              <a:gd name="connsiteX8" fmla="*/ 1110072 w 1498885"/>
              <a:gd name="connsiteY8" fmla="*/ 1039039 h 1412736"/>
              <a:gd name="connsiteX9" fmla="*/ 1110072 w 1498885"/>
              <a:gd name="connsiteY9" fmla="*/ 705989 h 1412736"/>
              <a:gd name="connsiteX10" fmla="*/ 1443075 w 1498885"/>
              <a:gd name="connsiteY10" fmla="*/ 705989 h 1412736"/>
              <a:gd name="connsiteX11" fmla="*/ 1498885 w 1498885"/>
              <a:gd name="connsiteY11" fmla="*/ 761800 h 1412736"/>
              <a:gd name="connsiteX12" fmla="*/ 1443075 w 1498885"/>
              <a:gd name="connsiteY12" fmla="*/ 817611 h 1412736"/>
              <a:gd name="connsiteX13" fmla="*/ 1110072 w 1498885"/>
              <a:gd name="connsiteY13" fmla="*/ 817611 h 1412736"/>
              <a:gd name="connsiteX14" fmla="*/ 1054261 w 1498885"/>
              <a:gd name="connsiteY14" fmla="*/ 761800 h 1412736"/>
              <a:gd name="connsiteX15" fmla="*/ 1110072 w 1498885"/>
              <a:gd name="connsiteY15" fmla="*/ 705989 h 1412736"/>
              <a:gd name="connsiteX16" fmla="*/ 1332012 w 1498885"/>
              <a:gd name="connsiteY16" fmla="*/ 151093 h 1412736"/>
              <a:gd name="connsiteX17" fmla="*/ 1371451 w 1498885"/>
              <a:gd name="connsiteY17" fmla="*/ 167418 h 1412736"/>
              <a:gd name="connsiteX18" fmla="*/ 1371451 w 1498885"/>
              <a:gd name="connsiteY18" fmla="*/ 246297 h 1412736"/>
              <a:gd name="connsiteX19" fmla="*/ 1149511 w 1498885"/>
              <a:gd name="connsiteY19" fmla="*/ 468236 h 1412736"/>
              <a:gd name="connsiteX20" fmla="*/ 1110072 w 1498885"/>
              <a:gd name="connsiteY20" fmla="*/ 484608 h 1412736"/>
              <a:gd name="connsiteX21" fmla="*/ 1070632 w 1498885"/>
              <a:gd name="connsiteY21" fmla="*/ 468236 h 1412736"/>
              <a:gd name="connsiteX22" fmla="*/ 1070632 w 1498885"/>
              <a:gd name="connsiteY22" fmla="*/ 389358 h 1412736"/>
              <a:gd name="connsiteX23" fmla="*/ 1292572 w 1498885"/>
              <a:gd name="connsiteY23" fmla="*/ 167418 h 1412736"/>
              <a:gd name="connsiteX24" fmla="*/ 1332012 w 1498885"/>
              <a:gd name="connsiteY24" fmla="*/ 151093 h 1412736"/>
              <a:gd name="connsiteX25" fmla="*/ 709724 w 1498885"/>
              <a:gd name="connsiteY25" fmla="*/ 111607 h 1412736"/>
              <a:gd name="connsiteX26" fmla="*/ 649635 w 1498885"/>
              <a:gd name="connsiteY26" fmla="*/ 127420 h 1412736"/>
              <a:gd name="connsiteX27" fmla="*/ 174129 w 1498885"/>
              <a:gd name="connsiteY27" fmla="*/ 394752 h 1412736"/>
              <a:gd name="connsiteX28" fmla="*/ 111621 w 1498885"/>
              <a:gd name="connsiteY28" fmla="*/ 501536 h 1412736"/>
              <a:gd name="connsiteX29" fmla="*/ 111621 w 1498885"/>
              <a:gd name="connsiteY29" fmla="*/ 910814 h 1412736"/>
              <a:gd name="connsiteX30" fmla="*/ 174129 w 1498885"/>
              <a:gd name="connsiteY30" fmla="*/ 1017598 h 1412736"/>
              <a:gd name="connsiteX31" fmla="*/ 649821 w 1498885"/>
              <a:gd name="connsiteY31" fmla="*/ 1284930 h 1412736"/>
              <a:gd name="connsiteX32" fmla="*/ 771674 w 1498885"/>
              <a:gd name="connsiteY32" fmla="*/ 1283814 h 1412736"/>
              <a:gd name="connsiteX33" fmla="*/ 832321 w 1498885"/>
              <a:gd name="connsiteY33" fmla="*/ 1178146 h 1412736"/>
              <a:gd name="connsiteX34" fmla="*/ 832321 w 1498885"/>
              <a:gd name="connsiteY34" fmla="*/ 234204 h 1412736"/>
              <a:gd name="connsiteX35" fmla="*/ 771674 w 1498885"/>
              <a:gd name="connsiteY35" fmla="*/ 128536 h 1412736"/>
              <a:gd name="connsiteX36" fmla="*/ 709724 w 1498885"/>
              <a:gd name="connsiteY36" fmla="*/ 111607 h 1412736"/>
              <a:gd name="connsiteX37" fmla="*/ 711864 w 1498885"/>
              <a:gd name="connsiteY37" fmla="*/ 9 h 1412736"/>
              <a:gd name="connsiteX38" fmla="*/ 828043 w 1498885"/>
              <a:gd name="connsiteY38" fmla="*/ 32356 h 1412736"/>
              <a:gd name="connsiteX39" fmla="*/ 943942 w 1498885"/>
              <a:gd name="connsiteY39" fmla="*/ 234390 h 1412736"/>
              <a:gd name="connsiteX40" fmla="*/ 943942 w 1498885"/>
              <a:gd name="connsiteY40" fmla="*/ 1178518 h 1412736"/>
              <a:gd name="connsiteX41" fmla="*/ 828043 w 1498885"/>
              <a:gd name="connsiteY41" fmla="*/ 1380552 h 1412736"/>
              <a:gd name="connsiteX42" fmla="*/ 709910 w 1498885"/>
              <a:gd name="connsiteY42" fmla="*/ 1412736 h 1412736"/>
              <a:gd name="connsiteX43" fmla="*/ 595126 w 1498885"/>
              <a:gd name="connsiteY43" fmla="*/ 1382413 h 1412736"/>
              <a:gd name="connsiteX44" fmla="*/ 119435 w 1498885"/>
              <a:gd name="connsiteY44" fmla="*/ 1115080 h 1412736"/>
              <a:gd name="connsiteX45" fmla="*/ 0 w 1498885"/>
              <a:gd name="connsiteY45" fmla="*/ 911000 h 1412736"/>
              <a:gd name="connsiteX46" fmla="*/ 0 w 1498885"/>
              <a:gd name="connsiteY46" fmla="*/ 501722 h 1412736"/>
              <a:gd name="connsiteX47" fmla="*/ 119435 w 1498885"/>
              <a:gd name="connsiteY47" fmla="*/ 297642 h 1412736"/>
              <a:gd name="connsiteX48" fmla="*/ 595126 w 1498885"/>
              <a:gd name="connsiteY48" fmla="*/ 30309 h 1412736"/>
              <a:gd name="connsiteX49" fmla="*/ 711864 w 1498885"/>
              <a:gd name="connsiteY49" fmla="*/ 9 h 1412736"/>
            </a:gdLst>
            <a:ahLst/>
            <a:cxnLst/>
            <a:rect l="l" t="t" r="r" b="b"/>
            <a:pathLst>
              <a:path w="1498885" h="1412736">
                <a:moveTo>
                  <a:pt x="1110072" y="1039039"/>
                </a:moveTo>
                <a:cubicBezTo>
                  <a:pt x="1124350" y="1039039"/>
                  <a:pt x="1138628" y="1044480"/>
                  <a:pt x="1149511" y="1055363"/>
                </a:cubicBezTo>
                <a:lnTo>
                  <a:pt x="1371451" y="1277303"/>
                </a:lnTo>
                <a:cubicBezTo>
                  <a:pt x="1393217" y="1299070"/>
                  <a:pt x="1393217" y="1334416"/>
                  <a:pt x="1371451" y="1356182"/>
                </a:cubicBezTo>
                <a:cubicBezTo>
                  <a:pt x="1360661" y="1366972"/>
                  <a:pt x="1346336" y="1372553"/>
                  <a:pt x="1332012" y="1372553"/>
                </a:cubicBezTo>
                <a:cubicBezTo>
                  <a:pt x="1317687" y="1372553"/>
                  <a:pt x="1303362" y="1367158"/>
                  <a:pt x="1292572" y="1356182"/>
                </a:cubicBezTo>
                <a:lnTo>
                  <a:pt x="1070632" y="1134242"/>
                </a:lnTo>
                <a:cubicBezTo>
                  <a:pt x="1048866" y="1112476"/>
                  <a:pt x="1048866" y="1077130"/>
                  <a:pt x="1070632" y="1055363"/>
                </a:cubicBezTo>
                <a:cubicBezTo>
                  <a:pt x="1081515" y="1044480"/>
                  <a:pt x="1095793" y="1039039"/>
                  <a:pt x="1110072" y="1039039"/>
                </a:cubicBezTo>
                <a:close/>
                <a:moveTo>
                  <a:pt x="1110072" y="705989"/>
                </a:moveTo>
                <a:lnTo>
                  <a:pt x="1443075" y="705989"/>
                </a:lnTo>
                <a:cubicBezTo>
                  <a:pt x="1473956" y="705989"/>
                  <a:pt x="1498885" y="730918"/>
                  <a:pt x="1498885" y="761800"/>
                </a:cubicBezTo>
                <a:cubicBezTo>
                  <a:pt x="1498885" y="792682"/>
                  <a:pt x="1473770" y="817611"/>
                  <a:pt x="1443075" y="817611"/>
                </a:cubicBezTo>
                <a:lnTo>
                  <a:pt x="1110072" y="817611"/>
                </a:lnTo>
                <a:cubicBezTo>
                  <a:pt x="1079190" y="817611"/>
                  <a:pt x="1054261" y="792682"/>
                  <a:pt x="1054261" y="761800"/>
                </a:cubicBezTo>
                <a:cubicBezTo>
                  <a:pt x="1054261" y="730918"/>
                  <a:pt x="1079190" y="705989"/>
                  <a:pt x="1110072" y="705989"/>
                </a:cubicBezTo>
                <a:close/>
                <a:moveTo>
                  <a:pt x="1332012" y="151093"/>
                </a:moveTo>
                <a:cubicBezTo>
                  <a:pt x="1346290" y="151093"/>
                  <a:pt x="1360568" y="156535"/>
                  <a:pt x="1371451" y="167418"/>
                </a:cubicBezTo>
                <a:cubicBezTo>
                  <a:pt x="1393217" y="189184"/>
                  <a:pt x="1393217" y="224530"/>
                  <a:pt x="1371451" y="246297"/>
                </a:cubicBezTo>
                <a:lnTo>
                  <a:pt x="1149511" y="468236"/>
                </a:lnTo>
                <a:cubicBezTo>
                  <a:pt x="1138721" y="479213"/>
                  <a:pt x="1124396" y="484608"/>
                  <a:pt x="1110072" y="484608"/>
                </a:cubicBezTo>
                <a:cubicBezTo>
                  <a:pt x="1095747" y="484608"/>
                  <a:pt x="1081422" y="479213"/>
                  <a:pt x="1070632" y="468236"/>
                </a:cubicBezTo>
                <a:cubicBezTo>
                  <a:pt x="1048866" y="446470"/>
                  <a:pt x="1048866" y="411124"/>
                  <a:pt x="1070632" y="389358"/>
                </a:cubicBezTo>
                <a:lnTo>
                  <a:pt x="1292572" y="167418"/>
                </a:lnTo>
                <a:cubicBezTo>
                  <a:pt x="1303455" y="156535"/>
                  <a:pt x="1317733" y="151093"/>
                  <a:pt x="1332012" y="151093"/>
                </a:cubicBezTo>
                <a:close/>
                <a:moveTo>
                  <a:pt x="709724" y="111607"/>
                </a:moveTo>
                <a:cubicBezTo>
                  <a:pt x="689074" y="111607"/>
                  <a:pt x="668610" y="116816"/>
                  <a:pt x="649635" y="127420"/>
                </a:cubicBezTo>
                <a:lnTo>
                  <a:pt x="174129" y="394752"/>
                </a:lnTo>
                <a:cubicBezTo>
                  <a:pt x="135620" y="416332"/>
                  <a:pt x="111621" y="457260"/>
                  <a:pt x="111621" y="501536"/>
                </a:cubicBezTo>
                <a:lnTo>
                  <a:pt x="111621" y="910814"/>
                </a:lnTo>
                <a:cubicBezTo>
                  <a:pt x="111621" y="955090"/>
                  <a:pt x="135620" y="996018"/>
                  <a:pt x="174129" y="1017598"/>
                </a:cubicBezTo>
                <a:lnTo>
                  <a:pt x="649821" y="1284930"/>
                </a:lnTo>
                <a:cubicBezTo>
                  <a:pt x="688144" y="1306510"/>
                  <a:pt x="733723" y="1306138"/>
                  <a:pt x="771674" y="1283814"/>
                </a:cubicBezTo>
                <a:cubicBezTo>
                  <a:pt x="809625" y="1261676"/>
                  <a:pt x="832321" y="1222050"/>
                  <a:pt x="832321" y="1178146"/>
                </a:cubicBezTo>
                <a:lnTo>
                  <a:pt x="832321" y="234204"/>
                </a:lnTo>
                <a:cubicBezTo>
                  <a:pt x="832321" y="190113"/>
                  <a:pt x="809625" y="150674"/>
                  <a:pt x="771674" y="128536"/>
                </a:cubicBezTo>
                <a:cubicBezTo>
                  <a:pt x="752326" y="117188"/>
                  <a:pt x="731118" y="111607"/>
                  <a:pt x="709724" y="111607"/>
                </a:cubicBezTo>
                <a:close/>
                <a:moveTo>
                  <a:pt x="711864" y="9"/>
                </a:moveTo>
                <a:cubicBezTo>
                  <a:pt x="751861" y="358"/>
                  <a:pt x="791766" y="11148"/>
                  <a:pt x="828043" y="32356"/>
                </a:cubicBezTo>
                <a:cubicBezTo>
                  <a:pt x="900596" y="74772"/>
                  <a:pt x="943942" y="150302"/>
                  <a:pt x="943942" y="234390"/>
                </a:cubicBezTo>
                <a:lnTo>
                  <a:pt x="943942" y="1178518"/>
                </a:lnTo>
                <a:cubicBezTo>
                  <a:pt x="943942" y="1262606"/>
                  <a:pt x="900596" y="1338136"/>
                  <a:pt x="828043" y="1380552"/>
                </a:cubicBezTo>
                <a:cubicBezTo>
                  <a:pt x="791208" y="1401946"/>
                  <a:pt x="750466" y="1412736"/>
                  <a:pt x="709910" y="1412736"/>
                </a:cubicBezTo>
                <a:cubicBezTo>
                  <a:pt x="670471" y="1412736"/>
                  <a:pt x="631217" y="1402691"/>
                  <a:pt x="595126" y="1382413"/>
                </a:cubicBezTo>
                <a:lnTo>
                  <a:pt x="119435" y="1115080"/>
                </a:lnTo>
                <a:cubicBezTo>
                  <a:pt x="45765" y="1073594"/>
                  <a:pt x="0" y="995460"/>
                  <a:pt x="0" y="911000"/>
                </a:cubicBezTo>
                <a:lnTo>
                  <a:pt x="0" y="501722"/>
                </a:lnTo>
                <a:cubicBezTo>
                  <a:pt x="0" y="417262"/>
                  <a:pt x="45765" y="338942"/>
                  <a:pt x="119435" y="297642"/>
                </a:cubicBezTo>
                <a:lnTo>
                  <a:pt x="595126" y="30309"/>
                </a:lnTo>
                <a:cubicBezTo>
                  <a:pt x="631775" y="9752"/>
                  <a:pt x="671866" y="-340"/>
                  <a:pt x="711864" y="9"/>
                </a:cubicBezTo>
                <a:close/>
              </a:path>
            </a:pathLst>
          </a:custGeom>
          <a:solidFill>
            <a:schemeClr val="accent1"/>
          </a:solidFill>
          <a:ln cap="sq">
            <a:noFill/>
            <a:prstDash val="solid"/>
          </a:ln>
          <a:effectLst/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1700924" y="2959100"/>
            <a:ext cx="943525" cy="937709"/>
          </a:xfrm>
          <a:custGeom>
            <a:avLst/>
            <a:gdLst>
              <a:gd name="connsiteX0" fmla="*/ 1371696 w 1870330"/>
              <a:gd name="connsiteY0" fmla="*/ 1296270 h 1845296"/>
              <a:gd name="connsiteX1" fmla="*/ 1371696 w 1870330"/>
              <a:gd name="connsiteY1" fmla="*/ 1371136 h 1845296"/>
              <a:gd name="connsiteX2" fmla="*/ 1671448 w 1870330"/>
              <a:gd name="connsiteY2" fmla="*/ 1371136 h 1845296"/>
              <a:gd name="connsiteX3" fmla="*/ 1671448 w 1870330"/>
              <a:gd name="connsiteY3" fmla="*/ 1296270 h 1845296"/>
              <a:gd name="connsiteX4" fmla="*/ 1371696 w 1870330"/>
              <a:gd name="connsiteY4" fmla="*/ 996899 h 1845296"/>
              <a:gd name="connsiteX5" fmla="*/ 1371696 w 1870330"/>
              <a:gd name="connsiteY5" fmla="*/ 1071765 h 1845296"/>
              <a:gd name="connsiteX6" fmla="*/ 1671448 w 1870330"/>
              <a:gd name="connsiteY6" fmla="*/ 1071765 h 1845296"/>
              <a:gd name="connsiteX7" fmla="*/ 1671448 w 1870330"/>
              <a:gd name="connsiteY7" fmla="*/ 996899 h 1845296"/>
              <a:gd name="connsiteX8" fmla="*/ 1371696 w 1870330"/>
              <a:gd name="connsiteY8" fmla="*/ 747820 h 1845296"/>
              <a:gd name="connsiteX9" fmla="*/ 1371696 w 1870330"/>
              <a:gd name="connsiteY9" fmla="*/ 822401 h 1845296"/>
              <a:gd name="connsiteX10" fmla="*/ 1671448 w 1870330"/>
              <a:gd name="connsiteY10" fmla="*/ 822401 h 1845296"/>
              <a:gd name="connsiteX11" fmla="*/ 1671448 w 1870330"/>
              <a:gd name="connsiteY11" fmla="*/ 747820 h 1845296"/>
              <a:gd name="connsiteX12" fmla="*/ 1371696 w 1870330"/>
              <a:gd name="connsiteY12" fmla="*/ 473405 h 1845296"/>
              <a:gd name="connsiteX13" fmla="*/ 1371696 w 1870330"/>
              <a:gd name="connsiteY13" fmla="*/ 547986 h 1845296"/>
              <a:gd name="connsiteX14" fmla="*/ 1671448 w 1870330"/>
              <a:gd name="connsiteY14" fmla="*/ 547986 h 1845296"/>
              <a:gd name="connsiteX15" fmla="*/ 1671448 w 1870330"/>
              <a:gd name="connsiteY15" fmla="*/ 473405 h 1845296"/>
              <a:gd name="connsiteX16" fmla="*/ 1221963 w 1870330"/>
              <a:gd name="connsiteY16" fmla="*/ 224040 h 1845296"/>
              <a:gd name="connsiteX17" fmla="*/ 1794130 w 1870330"/>
              <a:gd name="connsiteY17" fmla="*/ 224040 h 1845296"/>
              <a:gd name="connsiteX18" fmla="*/ 1870330 w 1870330"/>
              <a:gd name="connsiteY18" fmla="*/ 298811 h 1845296"/>
              <a:gd name="connsiteX19" fmla="*/ 1870330 w 1870330"/>
              <a:gd name="connsiteY19" fmla="*/ 1570971 h 1845296"/>
              <a:gd name="connsiteX20" fmla="*/ 1794130 w 1870330"/>
              <a:gd name="connsiteY20" fmla="*/ 1645742 h 1845296"/>
              <a:gd name="connsiteX21" fmla="*/ 1221963 w 1870330"/>
              <a:gd name="connsiteY21" fmla="*/ 1645742 h 1845296"/>
              <a:gd name="connsiteX22" fmla="*/ 1221963 w 1870330"/>
              <a:gd name="connsiteY22" fmla="*/ 1383804 h 1845296"/>
              <a:gd name="connsiteX23" fmla="*/ 1298163 w 1870330"/>
              <a:gd name="connsiteY23" fmla="*/ 1383804 h 1845296"/>
              <a:gd name="connsiteX24" fmla="*/ 1298163 w 1870330"/>
              <a:gd name="connsiteY24" fmla="*/ 1309033 h 1845296"/>
              <a:gd name="connsiteX25" fmla="*/ 1221963 w 1870330"/>
              <a:gd name="connsiteY25" fmla="*/ 1309033 h 1845296"/>
              <a:gd name="connsiteX26" fmla="*/ 1221963 w 1870330"/>
              <a:gd name="connsiteY26" fmla="*/ 1084434 h 1845296"/>
              <a:gd name="connsiteX27" fmla="*/ 1298163 w 1870330"/>
              <a:gd name="connsiteY27" fmla="*/ 1084434 h 1845296"/>
              <a:gd name="connsiteX28" fmla="*/ 1298163 w 1870330"/>
              <a:gd name="connsiteY28" fmla="*/ 1009662 h 1845296"/>
              <a:gd name="connsiteX29" fmla="*/ 1221963 w 1870330"/>
              <a:gd name="connsiteY29" fmla="*/ 1009662 h 1845296"/>
              <a:gd name="connsiteX30" fmla="*/ 1221963 w 1870330"/>
              <a:gd name="connsiteY30" fmla="*/ 822496 h 1845296"/>
              <a:gd name="connsiteX31" fmla="*/ 1298163 w 1870330"/>
              <a:gd name="connsiteY31" fmla="*/ 822496 h 1845296"/>
              <a:gd name="connsiteX32" fmla="*/ 1298163 w 1870330"/>
              <a:gd name="connsiteY32" fmla="*/ 747725 h 1845296"/>
              <a:gd name="connsiteX33" fmla="*/ 1221963 w 1870330"/>
              <a:gd name="connsiteY33" fmla="*/ 747725 h 1845296"/>
              <a:gd name="connsiteX34" fmla="*/ 1221963 w 1870330"/>
              <a:gd name="connsiteY34" fmla="*/ 560654 h 1845296"/>
              <a:gd name="connsiteX35" fmla="*/ 1298163 w 1870330"/>
              <a:gd name="connsiteY35" fmla="*/ 560654 h 1845296"/>
              <a:gd name="connsiteX36" fmla="*/ 1298163 w 1870330"/>
              <a:gd name="connsiteY36" fmla="*/ 485883 h 1845296"/>
              <a:gd name="connsiteX37" fmla="*/ 1221963 w 1870330"/>
              <a:gd name="connsiteY37" fmla="*/ 485883 h 1845296"/>
              <a:gd name="connsiteX38" fmla="*/ 1054227 w 1870330"/>
              <a:gd name="connsiteY38" fmla="*/ 393 h 1845296"/>
              <a:gd name="connsiteX39" fmla="*/ 1054132 w 1870330"/>
              <a:gd name="connsiteY39" fmla="*/ 869 h 1845296"/>
              <a:gd name="connsiteX40" fmla="*/ 1083754 w 1870330"/>
              <a:gd name="connsiteY40" fmla="*/ 7727 h 1845296"/>
              <a:gd name="connsiteX41" fmla="*/ 1097470 w 1870330"/>
              <a:gd name="connsiteY41" fmla="*/ 36302 h 1845296"/>
              <a:gd name="connsiteX42" fmla="*/ 1097470 w 1870330"/>
              <a:gd name="connsiteY42" fmla="*/ 1808714 h 1845296"/>
              <a:gd name="connsiteX43" fmla="*/ 1083754 w 1870330"/>
              <a:gd name="connsiteY43" fmla="*/ 1837289 h 1845296"/>
              <a:gd name="connsiteX44" fmla="*/ 1060895 w 1870330"/>
              <a:gd name="connsiteY44" fmla="*/ 1845290 h 1845296"/>
              <a:gd name="connsiteX45" fmla="*/ 1053941 w 1870330"/>
              <a:gd name="connsiteY45" fmla="*/ 1844148 h 1845296"/>
              <a:gd name="connsiteX46" fmla="*/ 29623 w 1870330"/>
              <a:gd name="connsiteY46" fmla="*/ 1647932 h 1845296"/>
              <a:gd name="connsiteX47" fmla="*/ 0 w 1870330"/>
              <a:gd name="connsiteY47" fmla="*/ 1611071 h 1845296"/>
              <a:gd name="connsiteX48" fmla="*/ 0 w 1870330"/>
              <a:gd name="connsiteY48" fmla="*/ 233375 h 1845296"/>
              <a:gd name="connsiteX49" fmla="*/ 29813 w 1870330"/>
              <a:gd name="connsiteY49" fmla="*/ 196513 h 1845296"/>
            </a:gdLst>
            <a:ahLst/>
            <a:cxnLst/>
            <a:rect l="l" t="t" r="r" b="b"/>
            <a:pathLst>
              <a:path w="1870330" h="1845296">
                <a:moveTo>
                  <a:pt x="1371696" y="1296270"/>
                </a:moveTo>
                <a:lnTo>
                  <a:pt x="1371696" y="1371136"/>
                </a:lnTo>
                <a:lnTo>
                  <a:pt x="1671448" y="1371136"/>
                </a:lnTo>
                <a:lnTo>
                  <a:pt x="1671448" y="1296270"/>
                </a:lnTo>
                <a:close/>
                <a:moveTo>
                  <a:pt x="1371696" y="996899"/>
                </a:moveTo>
                <a:lnTo>
                  <a:pt x="1371696" y="1071765"/>
                </a:lnTo>
                <a:lnTo>
                  <a:pt x="1671448" y="1071765"/>
                </a:lnTo>
                <a:lnTo>
                  <a:pt x="1671448" y="996899"/>
                </a:lnTo>
                <a:close/>
                <a:moveTo>
                  <a:pt x="1371696" y="747820"/>
                </a:moveTo>
                <a:lnTo>
                  <a:pt x="1371696" y="822401"/>
                </a:lnTo>
                <a:lnTo>
                  <a:pt x="1671448" y="822401"/>
                </a:lnTo>
                <a:lnTo>
                  <a:pt x="1671448" y="747820"/>
                </a:lnTo>
                <a:close/>
                <a:moveTo>
                  <a:pt x="1371696" y="473405"/>
                </a:moveTo>
                <a:lnTo>
                  <a:pt x="1371696" y="547986"/>
                </a:lnTo>
                <a:lnTo>
                  <a:pt x="1671448" y="547986"/>
                </a:lnTo>
                <a:lnTo>
                  <a:pt x="1671448" y="473405"/>
                </a:lnTo>
                <a:close/>
                <a:moveTo>
                  <a:pt x="1221963" y="224040"/>
                </a:moveTo>
                <a:lnTo>
                  <a:pt x="1794130" y="224040"/>
                </a:lnTo>
                <a:cubicBezTo>
                  <a:pt x="1835792" y="223723"/>
                  <a:pt x="1869863" y="257155"/>
                  <a:pt x="1870330" y="298811"/>
                </a:cubicBezTo>
                <a:lnTo>
                  <a:pt x="1870330" y="1570971"/>
                </a:lnTo>
                <a:cubicBezTo>
                  <a:pt x="1869863" y="1612623"/>
                  <a:pt x="1835792" y="1646056"/>
                  <a:pt x="1794130" y="1645742"/>
                </a:cubicBezTo>
                <a:lnTo>
                  <a:pt x="1221963" y="1645742"/>
                </a:lnTo>
                <a:lnTo>
                  <a:pt x="1221963" y="1383804"/>
                </a:lnTo>
                <a:lnTo>
                  <a:pt x="1298163" y="1383804"/>
                </a:lnTo>
                <a:lnTo>
                  <a:pt x="1298163" y="1309033"/>
                </a:lnTo>
                <a:lnTo>
                  <a:pt x="1221963" y="1309033"/>
                </a:lnTo>
                <a:lnTo>
                  <a:pt x="1221963" y="1084434"/>
                </a:lnTo>
                <a:lnTo>
                  <a:pt x="1298163" y="1084434"/>
                </a:lnTo>
                <a:lnTo>
                  <a:pt x="1298163" y="1009662"/>
                </a:lnTo>
                <a:lnTo>
                  <a:pt x="1221963" y="1009662"/>
                </a:lnTo>
                <a:lnTo>
                  <a:pt x="1221963" y="822496"/>
                </a:lnTo>
                <a:lnTo>
                  <a:pt x="1298163" y="822496"/>
                </a:lnTo>
                <a:lnTo>
                  <a:pt x="1298163" y="747725"/>
                </a:lnTo>
                <a:lnTo>
                  <a:pt x="1221963" y="747725"/>
                </a:lnTo>
                <a:lnTo>
                  <a:pt x="1221963" y="560654"/>
                </a:lnTo>
                <a:lnTo>
                  <a:pt x="1298163" y="560654"/>
                </a:lnTo>
                <a:lnTo>
                  <a:pt x="1298163" y="485883"/>
                </a:lnTo>
                <a:lnTo>
                  <a:pt x="1221963" y="485883"/>
                </a:lnTo>
                <a:close/>
                <a:moveTo>
                  <a:pt x="1054227" y="393"/>
                </a:moveTo>
                <a:lnTo>
                  <a:pt x="1054132" y="869"/>
                </a:lnTo>
                <a:cubicBezTo>
                  <a:pt x="1064533" y="-1498"/>
                  <a:pt x="1075449" y="1029"/>
                  <a:pt x="1083754" y="7727"/>
                </a:cubicBezTo>
                <a:cubicBezTo>
                  <a:pt x="1092260" y="14808"/>
                  <a:pt x="1097261" y="25237"/>
                  <a:pt x="1097470" y="36302"/>
                </a:cubicBezTo>
                <a:lnTo>
                  <a:pt x="1097470" y="1808714"/>
                </a:lnTo>
                <a:cubicBezTo>
                  <a:pt x="1097271" y="1819783"/>
                  <a:pt x="1092260" y="1830212"/>
                  <a:pt x="1083754" y="1837289"/>
                </a:cubicBezTo>
                <a:cubicBezTo>
                  <a:pt x="1077344" y="1842614"/>
                  <a:pt x="1069229" y="1845452"/>
                  <a:pt x="1060895" y="1845290"/>
                </a:cubicBezTo>
                <a:cubicBezTo>
                  <a:pt x="1058551" y="1845100"/>
                  <a:pt x="1056227" y="1844719"/>
                  <a:pt x="1053941" y="1844148"/>
                </a:cubicBezTo>
                <a:lnTo>
                  <a:pt x="29623" y="1647932"/>
                </a:lnTo>
                <a:cubicBezTo>
                  <a:pt x="12259" y="1644227"/>
                  <a:pt x="-124" y="1628825"/>
                  <a:pt x="0" y="1611071"/>
                </a:cubicBezTo>
                <a:lnTo>
                  <a:pt x="0" y="233375"/>
                </a:lnTo>
                <a:cubicBezTo>
                  <a:pt x="-105" y="215558"/>
                  <a:pt x="12373" y="200139"/>
                  <a:pt x="29813" y="196513"/>
                </a:cubicBezTo>
                <a:close/>
              </a:path>
            </a:pathLst>
          </a:custGeom>
          <a:solidFill>
            <a:schemeClr val="bg1"/>
          </a:solidFill>
          <a:ln cap="flat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flipH="1">
            <a:off x="300755" y="309663"/>
            <a:ext cx="418072" cy="418072"/>
          </a:xfrm>
          <a:custGeom>
            <a:avLst/>
            <a:gdLst>
              <a:gd name="connsiteX0" fmla="*/ 0 w 756957"/>
              <a:gd name="connsiteY0" fmla="*/ 622718 h 756957"/>
              <a:gd name="connsiteX1" fmla="*/ 134239 w 756957"/>
              <a:gd name="connsiteY1" fmla="*/ 756957 h 756957"/>
              <a:gd name="connsiteX2" fmla="*/ 98814 w 756957"/>
              <a:gd name="connsiteY2" fmla="*/ 756957 h 756957"/>
              <a:gd name="connsiteX3" fmla="*/ 0 w 756957"/>
              <a:gd name="connsiteY3" fmla="*/ 658142 h 756957"/>
              <a:gd name="connsiteX4" fmla="*/ 0 w 756957"/>
              <a:gd name="connsiteY4" fmla="*/ 479157 h 756957"/>
              <a:gd name="connsiteX5" fmla="*/ 277800 w 756957"/>
              <a:gd name="connsiteY5" fmla="*/ 756957 h 756957"/>
              <a:gd name="connsiteX6" fmla="*/ 240510 w 756957"/>
              <a:gd name="connsiteY6" fmla="*/ 756957 h 756957"/>
              <a:gd name="connsiteX7" fmla="*/ 0 w 756957"/>
              <a:gd name="connsiteY7" fmla="*/ 516446 h 756957"/>
              <a:gd name="connsiteX8" fmla="*/ 0 w 756957"/>
              <a:gd name="connsiteY8" fmla="*/ 337461 h 756957"/>
              <a:gd name="connsiteX9" fmla="*/ 419496 w 756957"/>
              <a:gd name="connsiteY9" fmla="*/ 756957 h 756957"/>
              <a:gd name="connsiteX10" fmla="*/ 382208 w 756957"/>
              <a:gd name="connsiteY10" fmla="*/ 756957 h 756957"/>
              <a:gd name="connsiteX11" fmla="*/ 0 w 756957"/>
              <a:gd name="connsiteY11" fmla="*/ 374750 h 756957"/>
              <a:gd name="connsiteX12" fmla="*/ 0 w 756957"/>
              <a:gd name="connsiteY12" fmla="*/ 195765 h 756957"/>
              <a:gd name="connsiteX13" fmla="*/ 561192 w 756957"/>
              <a:gd name="connsiteY13" fmla="*/ 756957 h 756957"/>
              <a:gd name="connsiteX14" fmla="*/ 525768 w 756957"/>
              <a:gd name="connsiteY14" fmla="*/ 756957 h 756957"/>
              <a:gd name="connsiteX15" fmla="*/ 0 w 756957"/>
              <a:gd name="connsiteY15" fmla="*/ 231189 h 756957"/>
              <a:gd name="connsiteX16" fmla="*/ 0 w 756957"/>
              <a:gd name="connsiteY16" fmla="*/ 52204 h 756957"/>
              <a:gd name="connsiteX17" fmla="*/ 702889 w 756957"/>
              <a:gd name="connsiteY17" fmla="*/ 756957 h 756957"/>
              <a:gd name="connsiteX18" fmla="*/ 667465 w 756957"/>
              <a:gd name="connsiteY18" fmla="*/ 756957 h 756957"/>
              <a:gd name="connsiteX19" fmla="*/ 0 w 756957"/>
              <a:gd name="connsiteY19" fmla="*/ 89493 h 756957"/>
              <a:gd name="connsiteX20" fmla="*/ 620855 w 756957"/>
              <a:gd name="connsiteY20" fmla="*/ 0 h 756957"/>
              <a:gd name="connsiteX21" fmla="*/ 658143 w 756957"/>
              <a:gd name="connsiteY21" fmla="*/ 0 h 756957"/>
              <a:gd name="connsiteX22" fmla="*/ 756957 w 756957"/>
              <a:gd name="connsiteY22" fmla="*/ 98814 h 756957"/>
              <a:gd name="connsiteX23" fmla="*/ 756957 w 756957"/>
              <a:gd name="connsiteY23" fmla="*/ 136103 h 756957"/>
              <a:gd name="connsiteX24" fmla="*/ 479157 w 756957"/>
              <a:gd name="connsiteY24" fmla="*/ 0 h 756957"/>
              <a:gd name="connsiteX25" fmla="*/ 516445 w 756957"/>
              <a:gd name="connsiteY25" fmla="*/ 0 h 756957"/>
              <a:gd name="connsiteX26" fmla="*/ 756957 w 756957"/>
              <a:gd name="connsiteY26" fmla="*/ 240511 h 756957"/>
              <a:gd name="connsiteX27" fmla="*/ 756957 w 756957"/>
              <a:gd name="connsiteY27" fmla="*/ 277800 h 756957"/>
              <a:gd name="connsiteX28" fmla="*/ 337461 w 756957"/>
              <a:gd name="connsiteY28" fmla="*/ 0 h 756957"/>
              <a:gd name="connsiteX29" fmla="*/ 372885 w 756957"/>
              <a:gd name="connsiteY29" fmla="*/ 0 h 756957"/>
              <a:gd name="connsiteX30" fmla="*/ 756957 w 756957"/>
              <a:gd name="connsiteY30" fmla="*/ 384073 h 756957"/>
              <a:gd name="connsiteX31" fmla="*/ 756957 w 756957"/>
              <a:gd name="connsiteY31" fmla="*/ 419496 h 756957"/>
              <a:gd name="connsiteX32" fmla="*/ 195765 w 756957"/>
              <a:gd name="connsiteY32" fmla="*/ 0 h 756957"/>
              <a:gd name="connsiteX33" fmla="*/ 231189 w 756957"/>
              <a:gd name="connsiteY33" fmla="*/ 0 h 756957"/>
              <a:gd name="connsiteX34" fmla="*/ 756957 w 756957"/>
              <a:gd name="connsiteY34" fmla="*/ 525769 h 756957"/>
              <a:gd name="connsiteX35" fmla="*/ 756957 w 756957"/>
              <a:gd name="connsiteY35" fmla="*/ 563057 h 756957"/>
              <a:gd name="connsiteX36" fmla="*/ 52204 w 756957"/>
              <a:gd name="connsiteY36" fmla="*/ 0 h 756957"/>
              <a:gd name="connsiteX37" fmla="*/ 89492 w 756957"/>
              <a:gd name="connsiteY37" fmla="*/ 0 h 756957"/>
              <a:gd name="connsiteX38" fmla="*/ 756957 w 756957"/>
              <a:gd name="connsiteY38" fmla="*/ 667465 h 756957"/>
              <a:gd name="connsiteX39" fmla="*/ 756957 w 756957"/>
              <a:gd name="connsiteY39" fmla="*/ 704753 h 756957"/>
            </a:gdLst>
            <a:ahLst/>
            <a:cxnLst/>
            <a:rect l="l" t="t" r="r" b="b"/>
            <a:pathLst>
              <a:path w="756957" h="756957">
                <a:moveTo>
                  <a:pt x="0" y="622718"/>
                </a:moveTo>
                <a:lnTo>
                  <a:pt x="134239" y="756957"/>
                </a:lnTo>
                <a:lnTo>
                  <a:pt x="98814" y="756957"/>
                </a:lnTo>
                <a:lnTo>
                  <a:pt x="0" y="658142"/>
                </a:lnTo>
                <a:close/>
                <a:moveTo>
                  <a:pt x="0" y="479157"/>
                </a:moveTo>
                <a:lnTo>
                  <a:pt x="277800" y="756957"/>
                </a:lnTo>
                <a:lnTo>
                  <a:pt x="240510" y="756957"/>
                </a:lnTo>
                <a:lnTo>
                  <a:pt x="0" y="516446"/>
                </a:lnTo>
                <a:close/>
                <a:moveTo>
                  <a:pt x="0" y="337461"/>
                </a:moveTo>
                <a:lnTo>
                  <a:pt x="419496" y="756957"/>
                </a:lnTo>
                <a:lnTo>
                  <a:pt x="382208" y="756957"/>
                </a:lnTo>
                <a:lnTo>
                  <a:pt x="0" y="374750"/>
                </a:lnTo>
                <a:close/>
                <a:moveTo>
                  <a:pt x="0" y="195765"/>
                </a:moveTo>
                <a:lnTo>
                  <a:pt x="561192" y="756957"/>
                </a:lnTo>
                <a:lnTo>
                  <a:pt x="525768" y="756957"/>
                </a:lnTo>
                <a:lnTo>
                  <a:pt x="0" y="231189"/>
                </a:lnTo>
                <a:close/>
                <a:moveTo>
                  <a:pt x="0" y="52204"/>
                </a:moveTo>
                <a:lnTo>
                  <a:pt x="702889" y="756957"/>
                </a:lnTo>
                <a:lnTo>
                  <a:pt x="667465" y="756957"/>
                </a:lnTo>
                <a:lnTo>
                  <a:pt x="0" y="89493"/>
                </a:lnTo>
                <a:close/>
                <a:moveTo>
                  <a:pt x="620855" y="0"/>
                </a:moveTo>
                <a:lnTo>
                  <a:pt x="658143" y="0"/>
                </a:lnTo>
                <a:lnTo>
                  <a:pt x="756957" y="98814"/>
                </a:lnTo>
                <a:lnTo>
                  <a:pt x="756957" y="136103"/>
                </a:lnTo>
                <a:close/>
                <a:moveTo>
                  <a:pt x="479157" y="0"/>
                </a:moveTo>
                <a:lnTo>
                  <a:pt x="516445" y="0"/>
                </a:lnTo>
                <a:lnTo>
                  <a:pt x="756957" y="240511"/>
                </a:lnTo>
                <a:lnTo>
                  <a:pt x="756957" y="277800"/>
                </a:lnTo>
                <a:close/>
                <a:moveTo>
                  <a:pt x="337461" y="0"/>
                </a:moveTo>
                <a:lnTo>
                  <a:pt x="372885" y="0"/>
                </a:lnTo>
                <a:lnTo>
                  <a:pt x="756957" y="384073"/>
                </a:lnTo>
                <a:lnTo>
                  <a:pt x="756957" y="419496"/>
                </a:lnTo>
                <a:close/>
                <a:moveTo>
                  <a:pt x="195765" y="0"/>
                </a:moveTo>
                <a:lnTo>
                  <a:pt x="231189" y="0"/>
                </a:lnTo>
                <a:lnTo>
                  <a:pt x="756957" y="525769"/>
                </a:lnTo>
                <a:lnTo>
                  <a:pt x="756957" y="563057"/>
                </a:lnTo>
                <a:close/>
                <a:moveTo>
                  <a:pt x="52204" y="0"/>
                </a:moveTo>
                <a:lnTo>
                  <a:pt x="89492" y="0"/>
                </a:lnTo>
                <a:lnTo>
                  <a:pt x="756957" y="667465"/>
                </a:lnTo>
                <a:lnTo>
                  <a:pt x="756957" y="704753"/>
                </a:lnTo>
                <a:close/>
              </a:path>
            </a:pathLst>
          </a:custGeom>
          <a:solidFill>
            <a:schemeClr val="accent1"/>
          </a:solidFill>
          <a:ln w="1632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870659" y="250490"/>
            <a:ext cx="10377569" cy="53641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2800">
                <a:ln w="889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推广策略设计</a:t>
            </a:r>
            <a:endParaRPr kumimoji="1" lang="zh-CN" alt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alphaModFix/>
          </a:blip>
          <a:srcRect t="1905"/>
          <a:stretch>
            <a:fillRect/>
          </a:stretch>
        </p:blipFill>
        <p:spPr>
          <a:xfrm>
            <a:off x="10070484" y="-9108"/>
            <a:ext cx="1066800" cy="104648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11137284" y="-16728"/>
            <a:ext cx="1054100" cy="1054100"/>
          </a:xfrm>
          <a:prstGeom prst="rect">
            <a:avLst/>
          </a:prstGeom>
        </p:spPr>
      </p:pic>
      <p:pic>
        <p:nvPicPr>
          <p:cNvPr id="17" name="Picture 16">
            <a:hlinkClick r:id="rId4"/>
          </p:cNvPr>
          <p:cNvPicPr>
            <a:picLocks noChangeAspect="1"/>
          </p:cNvPicPr>
          <p:nvPr/>
        </p:nvPicPr>
        <p:blipFill>
          <a:blip r:embed="rId5">
            <a:alphaModFix/>
          </a:blip>
          <a:srcRect/>
          <a:stretch>
            <a:fillRect/>
          </a:stretch>
        </p:blipFill>
        <p:spPr>
          <a:xfrm>
            <a:off x="5068135" y="-3120"/>
            <a:ext cx="4993440" cy="66579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alphaModFix/>
          </a:blip>
          <a:srcRect l="26713" r="14501"/>
          <a:stretch>
            <a:fillRect/>
          </a:stretch>
        </p:blipFill>
        <p:spPr>
          <a:xfrm flipH="1">
            <a:off x="0" y="1"/>
            <a:ext cx="11209621" cy="6857999"/>
          </a:xfrm>
          <a:custGeom>
            <a:avLst/>
            <a:gdLst>
              <a:gd name="connsiteX0" fmla="*/ 0 w 11209621"/>
              <a:gd name="connsiteY0" fmla="*/ 0 h 6857999"/>
              <a:gd name="connsiteX1" fmla="*/ 11209621 w 11209621"/>
              <a:gd name="connsiteY1" fmla="*/ 0 h 6857999"/>
              <a:gd name="connsiteX2" fmla="*/ 11209621 w 11209621"/>
              <a:gd name="connsiteY2" fmla="*/ 6857999 h 6857999"/>
              <a:gd name="connsiteX3" fmla="*/ 0 w 11209621"/>
              <a:gd name="connsiteY3" fmla="*/ 6857999 h 6857999"/>
            </a:gdLst>
            <a:ahLst/>
            <a:cxnLst/>
            <a:rect l="l" t="t" r="r" b="b"/>
            <a:pathLst>
              <a:path w="11209621" h="6857999">
                <a:moveTo>
                  <a:pt x="0" y="0"/>
                </a:moveTo>
                <a:lnTo>
                  <a:pt x="11209621" y="0"/>
                </a:lnTo>
                <a:lnTo>
                  <a:pt x="11209621" y="6857999"/>
                </a:lnTo>
                <a:lnTo>
                  <a:pt x="0" y="6857999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alphaModFix/>
          </a:blip>
          <a:srcRect t="34327"/>
          <a:stretch>
            <a:fillRect/>
          </a:stretch>
        </p:blipFill>
        <p:spPr>
          <a:xfrm flipH="1">
            <a:off x="4477235" y="1"/>
            <a:ext cx="5486400" cy="2402061"/>
          </a:xfrm>
          <a:custGeom>
            <a:avLst/>
            <a:gdLst>
              <a:gd name="connsiteX0" fmla="*/ 0 w 5486400"/>
              <a:gd name="connsiteY0" fmla="*/ 0 h 2402061"/>
              <a:gd name="connsiteX1" fmla="*/ 5486400 w 5486400"/>
              <a:gd name="connsiteY1" fmla="*/ 0 h 2402061"/>
              <a:gd name="connsiteX2" fmla="*/ 5486400 w 5486400"/>
              <a:gd name="connsiteY2" fmla="*/ 2402061 h 2402061"/>
              <a:gd name="connsiteX3" fmla="*/ 0 w 5486400"/>
              <a:gd name="connsiteY3" fmla="*/ 2402061 h 2402061"/>
            </a:gdLst>
            <a:ahLst/>
            <a:cxnLst/>
            <a:rect l="l" t="t" r="r" b="b"/>
            <a:pathLst>
              <a:path w="5486400" h="2402061">
                <a:moveTo>
                  <a:pt x="0" y="0"/>
                </a:moveTo>
                <a:lnTo>
                  <a:pt x="5486400" y="0"/>
                </a:lnTo>
                <a:lnTo>
                  <a:pt x="5486400" y="2402061"/>
                </a:lnTo>
                <a:lnTo>
                  <a:pt x="0" y="2402061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alphaModFix/>
          </a:blip>
          <a:srcRect b="50508"/>
          <a:stretch>
            <a:fillRect/>
          </a:stretch>
        </p:blipFill>
        <p:spPr>
          <a:xfrm flipH="1">
            <a:off x="4761855" y="5047798"/>
            <a:ext cx="5486400" cy="1810202"/>
          </a:xfrm>
          <a:custGeom>
            <a:avLst/>
            <a:gdLst>
              <a:gd name="connsiteX0" fmla="*/ 0 w 5486400"/>
              <a:gd name="connsiteY0" fmla="*/ 0 h 1810202"/>
              <a:gd name="connsiteX1" fmla="*/ 5486400 w 5486400"/>
              <a:gd name="connsiteY1" fmla="*/ 0 h 1810202"/>
              <a:gd name="connsiteX2" fmla="*/ 5486400 w 5486400"/>
              <a:gd name="connsiteY2" fmla="*/ 1810202 h 1810202"/>
              <a:gd name="connsiteX3" fmla="*/ 0 w 5486400"/>
              <a:gd name="connsiteY3" fmla="*/ 1810202 h 1810202"/>
            </a:gdLst>
            <a:ahLst/>
            <a:cxnLst/>
            <a:rect l="l" t="t" r="r" b="b"/>
            <a:pathLst>
              <a:path w="5486400" h="1810202">
                <a:moveTo>
                  <a:pt x="0" y="0"/>
                </a:moveTo>
                <a:lnTo>
                  <a:pt x="5486400" y="0"/>
                </a:lnTo>
                <a:lnTo>
                  <a:pt x="5486400" y="1810202"/>
                </a:lnTo>
                <a:lnTo>
                  <a:pt x="0" y="1810202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5" name="标题 1"/>
          <p:cNvSpPr txBox="1"/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37800">
                <a:schemeClr val="accent1">
                  <a:lumMod val="50000"/>
                  <a:alpha val="90000"/>
                </a:schemeClr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7688427" y="598069"/>
            <a:ext cx="2116208" cy="224367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10000"/>
              </a:lnSpc>
            </a:pPr>
            <a:r>
              <a:rPr kumimoji="1" lang="en-US" altLang="zh-CN" sz="6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04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5762466" y="3059286"/>
            <a:ext cx="4875884" cy="67355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69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6643016" y="5356933"/>
            <a:ext cx="4875884" cy="215539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69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5936646" y="3252579"/>
            <a:ext cx="5619770" cy="181020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4000">
                <a:ln w="12700">
                  <a:noFill/>
                </a:ln>
                <a:gradFill>
                  <a:gsLst>
                    <a:gs pos="38000">
                      <a:srgbClr val="FFFFFF">
                        <a:alpha val="100000"/>
                      </a:srgbClr>
                    </a:gs>
                    <a:gs pos="96000">
                      <a:srgbClr val="0462F5">
                        <a:alpha val="100000"/>
                      </a:srgbClr>
                    </a:gs>
                  </a:gsLst>
                  <a:lin ang="5400000" scaled="0"/>
                </a:gradFill>
                <a:latin typeface="OPPOSans H"/>
                <a:ea typeface="OPPOSans H"/>
                <a:cs typeface="OPPOSans H"/>
              </a:rPr>
              <a:t>AI助手交互展示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6387306" y="2859724"/>
            <a:ext cx="2520000" cy="1080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69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5563016" y="5898315"/>
            <a:ext cx="2520000" cy="1080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69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7460222" y="5734340"/>
            <a:ext cx="2520000" cy="1080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69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Group 12"/>
          <p:cNvGrpSpPr/>
          <p:nvPr/>
        </p:nvGrpSpPr>
        <p:grpSpPr>
          <a:xfrm>
            <a:off x="728272" y="554429"/>
            <a:ext cx="802640" cy="415756"/>
            <a:chOff x="728272" y="554429"/>
            <a:chExt cx="802640" cy="415756"/>
          </a:xfrm>
        </p:grpSpPr>
        <p:sp>
          <p:nvSpPr>
            <p:cNvPr id="14" name="标题 1"/>
            <p:cNvSpPr txBox="1"/>
            <p:nvPr/>
          </p:nvSpPr>
          <p:spPr>
            <a:xfrm>
              <a:off x="1198768" y="554429"/>
              <a:ext cx="332144" cy="415756"/>
            </a:xfrm>
            <a:prstGeom prst="chevron">
              <a:avLst>
                <a:gd name="adj" fmla="val 56867"/>
              </a:avLst>
            </a:prstGeom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>
              <a:off x="963520" y="554429"/>
              <a:ext cx="332144" cy="415756"/>
            </a:xfrm>
            <a:prstGeom prst="chevron">
              <a:avLst>
                <a:gd name="adj" fmla="val 56867"/>
              </a:avLst>
            </a:prstGeom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0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>
              <a:off x="728272" y="554429"/>
              <a:ext cx="332144" cy="415756"/>
            </a:xfrm>
            <a:prstGeom prst="chevron">
              <a:avLst>
                <a:gd name="adj" fmla="val 56867"/>
              </a:avLst>
            </a:prstGeom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10175823" y="6115757"/>
            <a:ext cx="1380593" cy="119944"/>
            <a:chOff x="10175823" y="6115757"/>
            <a:chExt cx="1380593" cy="119944"/>
          </a:xfrm>
        </p:grpSpPr>
        <p:sp>
          <p:nvSpPr>
            <p:cNvPr id="18" name="标题 1"/>
            <p:cNvSpPr txBox="1"/>
            <p:nvPr/>
          </p:nvSpPr>
          <p:spPr>
            <a:xfrm rot="16200000">
              <a:off x="10224154" y="6067426"/>
              <a:ext cx="119943" cy="216605"/>
            </a:xfrm>
            <a:custGeom>
              <a:avLst/>
              <a:gdLst>
                <a:gd name="connsiteX0" fmla="*/ 187000 w 188130"/>
                <a:gd name="connsiteY0" fmla="*/ 0 h 302349"/>
                <a:gd name="connsiteX1" fmla="*/ 0 w 188130"/>
                <a:gd name="connsiteY1" fmla="*/ 187000 h 302349"/>
                <a:gd name="connsiteX2" fmla="*/ 0 w 188130"/>
                <a:gd name="connsiteY2" fmla="*/ 302350 h 302349"/>
                <a:gd name="connsiteX3" fmla="*/ 188131 w 188130"/>
                <a:gd name="connsiteY3" fmla="*/ 114219 h 302349"/>
                <a:gd name="connsiteX4" fmla="*/ 187000 w 188130"/>
                <a:gd name="connsiteY4" fmla="*/ 0 h 302349"/>
              </a:gdLst>
              <a:ahLst/>
              <a:cxnLst/>
              <a:rect l="l" t="t" r="r" b="b"/>
              <a:pathLst>
                <a:path w="188130" h="302349">
                  <a:moveTo>
                    <a:pt x="187000" y="0"/>
                  </a:moveTo>
                  <a:lnTo>
                    <a:pt x="0" y="187000"/>
                  </a:lnTo>
                  <a:lnTo>
                    <a:pt x="0" y="302350"/>
                  </a:lnTo>
                  <a:lnTo>
                    <a:pt x="188131" y="114219"/>
                  </a:lnTo>
                  <a:lnTo>
                    <a:pt x="187000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51000"/>
              </a:schemeClr>
            </a:solidFill>
            <a:ln w="4038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0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rot="16200000">
              <a:off x="10369653" y="6067441"/>
              <a:ext cx="119943" cy="216576"/>
            </a:xfrm>
            <a:custGeom>
              <a:avLst/>
              <a:gdLst>
                <a:gd name="connsiteX0" fmla="*/ 187000 w 188130"/>
                <a:gd name="connsiteY0" fmla="*/ 0 h 302309"/>
                <a:gd name="connsiteX1" fmla="*/ 0 w 188130"/>
                <a:gd name="connsiteY1" fmla="*/ 187000 h 302309"/>
                <a:gd name="connsiteX2" fmla="*/ 0 w 188130"/>
                <a:gd name="connsiteY2" fmla="*/ 302309 h 302309"/>
                <a:gd name="connsiteX3" fmla="*/ 188131 w 188130"/>
                <a:gd name="connsiteY3" fmla="*/ 114179 h 302309"/>
                <a:gd name="connsiteX4" fmla="*/ 187000 w 188130"/>
                <a:gd name="connsiteY4" fmla="*/ 0 h 302309"/>
              </a:gdLst>
              <a:ahLst/>
              <a:cxnLst/>
              <a:rect l="l" t="t" r="r" b="b"/>
              <a:pathLst>
                <a:path w="188130" h="302309">
                  <a:moveTo>
                    <a:pt x="187000" y="0"/>
                  </a:moveTo>
                  <a:lnTo>
                    <a:pt x="0" y="187000"/>
                  </a:lnTo>
                  <a:lnTo>
                    <a:pt x="0" y="302309"/>
                  </a:lnTo>
                  <a:lnTo>
                    <a:pt x="188131" y="114179"/>
                  </a:lnTo>
                  <a:lnTo>
                    <a:pt x="187000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51000"/>
              </a:schemeClr>
            </a:solidFill>
            <a:ln w="4038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rot="16200000">
              <a:off x="10515151" y="6067426"/>
              <a:ext cx="119943" cy="216605"/>
            </a:xfrm>
            <a:custGeom>
              <a:avLst/>
              <a:gdLst>
                <a:gd name="connsiteX0" fmla="*/ 187000 w 188130"/>
                <a:gd name="connsiteY0" fmla="*/ 0 h 302349"/>
                <a:gd name="connsiteX1" fmla="*/ 0 w 188130"/>
                <a:gd name="connsiteY1" fmla="*/ 187000 h 302349"/>
                <a:gd name="connsiteX2" fmla="*/ 0 w 188130"/>
                <a:gd name="connsiteY2" fmla="*/ 302350 h 302349"/>
                <a:gd name="connsiteX3" fmla="*/ 188131 w 188130"/>
                <a:gd name="connsiteY3" fmla="*/ 114219 h 302349"/>
                <a:gd name="connsiteX4" fmla="*/ 187000 w 188130"/>
                <a:gd name="connsiteY4" fmla="*/ 0 h 302349"/>
              </a:gdLst>
              <a:ahLst/>
              <a:cxnLst/>
              <a:rect l="l" t="t" r="r" b="b"/>
              <a:pathLst>
                <a:path w="188130" h="302349">
                  <a:moveTo>
                    <a:pt x="187000" y="0"/>
                  </a:moveTo>
                  <a:lnTo>
                    <a:pt x="0" y="187000"/>
                  </a:lnTo>
                  <a:lnTo>
                    <a:pt x="0" y="302350"/>
                  </a:lnTo>
                  <a:lnTo>
                    <a:pt x="188131" y="114219"/>
                  </a:lnTo>
                  <a:lnTo>
                    <a:pt x="187000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51000"/>
              </a:schemeClr>
            </a:solidFill>
            <a:ln w="4038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rot="16200000">
              <a:off x="10660663" y="6067426"/>
              <a:ext cx="119943" cy="216605"/>
            </a:xfrm>
            <a:custGeom>
              <a:avLst/>
              <a:gdLst>
                <a:gd name="connsiteX0" fmla="*/ 187000 w 188130"/>
                <a:gd name="connsiteY0" fmla="*/ 0 h 302349"/>
                <a:gd name="connsiteX1" fmla="*/ 0 w 188130"/>
                <a:gd name="connsiteY1" fmla="*/ 187000 h 302349"/>
                <a:gd name="connsiteX2" fmla="*/ 0 w 188130"/>
                <a:gd name="connsiteY2" fmla="*/ 302350 h 302349"/>
                <a:gd name="connsiteX3" fmla="*/ 188131 w 188130"/>
                <a:gd name="connsiteY3" fmla="*/ 114219 h 302349"/>
                <a:gd name="connsiteX4" fmla="*/ 187000 w 188130"/>
                <a:gd name="connsiteY4" fmla="*/ 0 h 302349"/>
              </a:gdLst>
              <a:ahLst/>
              <a:cxnLst/>
              <a:rect l="l" t="t" r="r" b="b"/>
              <a:pathLst>
                <a:path w="188130" h="302349">
                  <a:moveTo>
                    <a:pt x="187000" y="0"/>
                  </a:moveTo>
                  <a:lnTo>
                    <a:pt x="0" y="187000"/>
                  </a:lnTo>
                  <a:lnTo>
                    <a:pt x="0" y="302350"/>
                  </a:lnTo>
                  <a:lnTo>
                    <a:pt x="188131" y="114219"/>
                  </a:lnTo>
                  <a:lnTo>
                    <a:pt x="187000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51000"/>
              </a:schemeClr>
            </a:solidFill>
            <a:ln w="4038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rot="16200000">
              <a:off x="10806147" y="6067426"/>
              <a:ext cx="119943" cy="216605"/>
            </a:xfrm>
            <a:custGeom>
              <a:avLst/>
              <a:gdLst>
                <a:gd name="connsiteX0" fmla="*/ 187000 w 188130"/>
                <a:gd name="connsiteY0" fmla="*/ 0 h 302349"/>
                <a:gd name="connsiteX1" fmla="*/ 0 w 188130"/>
                <a:gd name="connsiteY1" fmla="*/ 187000 h 302349"/>
                <a:gd name="connsiteX2" fmla="*/ 0 w 188130"/>
                <a:gd name="connsiteY2" fmla="*/ 302350 h 302349"/>
                <a:gd name="connsiteX3" fmla="*/ 188131 w 188130"/>
                <a:gd name="connsiteY3" fmla="*/ 114219 h 302349"/>
                <a:gd name="connsiteX4" fmla="*/ 187000 w 188130"/>
                <a:gd name="connsiteY4" fmla="*/ 0 h 302349"/>
              </a:gdLst>
              <a:ahLst/>
              <a:cxnLst/>
              <a:rect l="l" t="t" r="r" b="b"/>
              <a:pathLst>
                <a:path w="188130" h="302349">
                  <a:moveTo>
                    <a:pt x="187000" y="0"/>
                  </a:moveTo>
                  <a:lnTo>
                    <a:pt x="0" y="187000"/>
                  </a:lnTo>
                  <a:lnTo>
                    <a:pt x="0" y="302350"/>
                  </a:lnTo>
                  <a:lnTo>
                    <a:pt x="188131" y="114219"/>
                  </a:lnTo>
                  <a:lnTo>
                    <a:pt x="187000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51000"/>
              </a:schemeClr>
            </a:solidFill>
            <a:ln w="4038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rot="16200000">
              <a:off x="10951661" y="6067426"/>
              <a:ext cx="119943" cy="216605"/>
            </a:xfrm>
            <a:custGeom>
              <a:avLst/>
              <a:gdLst>
                <a:gd name="connsiteX0" fmla="*/ 187000 w 188130"/>
                <a:gd name="connsiteY0" fmla="*/ 0 h 302349"/>
                <a:gd name="connsiteX1" fmla="*/ 0 w 188130"/>
                <a:gd name="connsiteY1" fmla="*/ 187000 h 302349"/>
                <a:gd name="connsiteX2" fmla="*/ 0 w 188130"/>
                <a:gd name="connsiteY2" fmla="*/ 302350 h 302349"/>
                <a:gd name="connsiteX3" fmla="*/ 188131 w 188130"/>
                <a:gd name="connsiteY3" fmla="*/ 114219 h 302349"/>
                <a:gd name="connsiteX4" fmla="*/ 187000 w 188130"/>
                <a:gd name="connsiteY4" fmla="*/ 0 h 302349"/>
              </a:gdLst>
              <a:ahLst/>
              <a:cxnLst/>
              <a:rect l="l" t="t" r="r" b="b"/>
              <a:pathLst>
                <a:path w="188130" h="302349">
                  <a:moveTo>
                    <a:pt x="187000" y="0"/>
                  </a:moveTo>
                  <a:lnTo>
                    <a:pt x="0" y="187000"/>
                  </a:lnTo>
                  <a:lnTo>
                    <a:pt x="0" y="302350"/>
                  </a:lnTo>
                  <a:lnTo>
                    <a:pt x="188131" y="114219"/>
                  </a:lnTo>
                  <a:lnTo>
                    <a:pt x="187000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51000"/>
              </a:schemeClr>
            </a:solidFill>
            <a:ln w="4038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rot="16200000">
              <a:off x="11097159" y="6067441"/>
              <a:ext cx="119943" cy="216576"/>
            </a:xfrm>
            <a:custGeom>
              <a:avLst/>
              <a:gdLst>
                <a:gd name="connsiteX0" fmla="*/ 187000 w 188130"/>
                <a:gd name="connsiteY0" fmla="*/ 0 h 302309"/>
                <a:gd name="connsiteX1" fmla="*/ 0 w 188130"/>
                <a:gd name="connsiteY1" fmla="*/ 187000 h 302309"/>
                <a:gd name="connsiteX2" fmla="*/ 0 w 188130"/>
                <a:gd name="connsiteY2" fmla="*/ 302309 h 302309"/>
                <a:gd name="connsiteX3" fmla="*/ 188131 w 188130"/>
                <a:gd name="connsiteY3" fmla="*/ 114179 h 302309"/>
                <a:gd name="connsiteX4" fmla="*/ 187000 w 188130"/>
                <a:gd name="connsiteY4" fmla="*/ 0 h 302309"/>
              </a:gdLst>
              <a:ahLst/>
              <a:cxnLst/>
              <a:rect l="l" t="t" r="r" b="b"/>
              <a:pathLst>
                <a:path w="188130" h="302309">
                  <a:moveTo>
                    <a:pt x="187000" y="0"/>
                  </a:moveTo>
                  <a:lnTo>
                    <a:pt x="0" y="187000"/>
                  </a:lnTo>
                  <a:lnTo>
                    <a:pt x="0" y="302309"/>
                  </a:lnTo>
                  <a:lnTo>
                    <a:pt x="188131" y="114179"/>
                  </a:lnTo>
                  <a:lnTo>
                    <a:pt x="187000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51000"/>
              </a:schemeClr>
            </a:solidFill>
            <a:ln w="4038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rot="16200000">
              <a:off x="11242657" y="6067426"/>
              <a:ext cx="119943" cy="216605"/>
            </a:xfrm>
            <a:custGeom>
              <a:avLst/>
              <a:gdLst>
                <a:gd name="connsiteX0" fmla="*/ 187000 w 188130"/>
                <a:gd name="connsiteY0" fmla="*/ 0 h 302349"/>
                <a:gd name="connsiteX1" fmla="*/ 0 w 188130"/>
                <a:gd name="connsiteY1" fmla="*/ 187000 h 302349"/>
                <a:gd name="connsiteX2" fmla="*/ 0 w 188130"/>
                <a:gd name="connsiteY2" fmla="*/ 302350 h 302349"/>
                <a:gd name="connsiteX3" fmla="*/ 188131 w 188130"/>
                <a:gd name="connsiteY3" fmla="*/ 114219 h 302349"/>
                <a:gd name="connsiteX4" fmla="*/ 187000 w 188130"/>
                <a:gd name="connsiteY4" fmla="*/ 0 h 302349"/>
              </a:gdLst>
              <a:ahLst/>
              <a:cxnLst/>
              <a:rect l="l" t="t" r="r" b="b"/>
              <a:pathLst>
                <a:path w="188130" h="302349">
                  <a:moveTo>
                    <a:pt x="187000" y="0"/>
                  </a:moveTo>
                  <a:lnTo>
                    <a:pt x="0" y="187000"/>
                  </a:lnTo>
                  <a:lnTo>
                    <a:pt x="0" y="302350"/>
                  </a:lnTo>
                  <a:lnTo>
                    <a:pt x="188131" y="114219"/>
                  </a:lnTo>
                  <a:lnTo>
                    <a:pt x="187000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51000"/>
              </a:schemeClr>
            </a:solidFill>
            <a:ln w="4038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6" name="标题 1"/>
            <p:cNvSpPr txBox="1"/>
            <p:nvPr/>
          </p:nvSpPr>
          <p:spPr>
            <a:xfrm rot="16200000">
              <a:off x="11388156" y="6067441"/>
              <a:ext cx="119943" cy="216576"/>
            </a:xfrm>
            <a:custGeom>
              <a:avLst/>
              <a:gdLst>
                <a:gd name="connsiteX0" fmla="*/ 187000 w 188130"/>
                <a:gd name="connsiteY0" fmla="*/ 0 h 302309"/>
                <a:gd name="connsiteX1" fmla="*/ 0 w 188130"/>
                <a:gd name="connsiteY1" fmla="*/ 187000 h 302309"/>
                <a:gd name="connsiteX2" fmla="*/ 0 w 188130"/>
                <a:gd name="connsiteY2" fmla="*/ 302309 h 302309"/>
                <a:gd name="connsiteX3" fmla="*/ 188131 w 188130"/>
                <a:gd name="connsiteY3" fmla="*/ 114179 h 302309"/>
                <a:gd name="connsiteX4" fmla="*/ 187000 w 188130"/>
                <a:gd name="connsiteY4" fmla="*/ 0 h 302309"/>
              </a:gdLst>
              <a:ahLst/>
              <a:cxnLst/>
              <a:rect l="l" t="t" r="r" b="b"/>
              <a:pathLst>
                <a:path w="188130" h="302309">
                  <a:moveTo>
                    <a:pt x="187000" y="0"/>
                  </a:moveTo>
                  <a:lnTo>
                    <a:pt x="0" y="187000"/>
                  </a:lnTo>
                  <a:lnTo>
                    <a:pt x="0" y="302309"/>
                  </a:lnTo>
                  <a:lnTo>
                    <a:pt x="188131" y="114179"/>
                  </a:lnTo>
                  <a:lnTo>
                    <a:pt x="187000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51000"/>
              </a:schemeClr>
            </a:solidFill>
            <a:ln w="4038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pic>
        <p:nvPicPr>
          <p:cNvPr id="27" name="Picture 26"/>
          <p:cNvPicPr>
            <a:picLocks noChangeAspect="1"/>
          </p:cNvPicPr>
          <p:nvPr/>
        </p:nvPicPr>
        <p:blipFill>
          <a:blip r:embed="rId4">
            <a:alphaModFix/>
          </a:blip>
          <a:srcRect t="1905"/>
          <a:stretch>
            <a:fillRect/>
          </a:stretch>
        </p:blipFill>
        <p:spPr>
          <a:xfrm>
            <a:off x="10071100" y="-5080"/>
            <a:ext cx="1066800" cy="104648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5">
            <a:alphaModFix/>
          </a:blip>
          <a:srcRect/>
          <a:stretch>
            <a:fillRect/>
          </a:stretch>
        </p:blipFill>
        <p:spPr>
          <a:xfrm>
            <a:off x="11137900" y="-12700"/>
            <a:ext cx="1054100" cy="10541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alphaModFix/>
          </a:blip>
          <a:srcRect l="26713" r="14501"/>
          <a:stretch>
            <a:fillRect/>
          </a:stretch>
        </p:blipFill>
        <p:spPr>
          <a:xfrm>
            <a:off x="982380" y="1"/>
            <a:ext cx="11209621" cy="6857999"/>
          </a:xfrm>
          <a:custGeom>
            <a:avLst/>
            <a:gdLst>
              <a:gd name="connsiteX0" fmla="*/ 0 w 11209621"/>
              <a:gd name="connsiteY0" fmla="*/ 0 h 6857999"/>
              <a:gd name="connsiteX1" fmla="*/ 11209621 w 11209621"/>
              <a:gd name="connsiteY1" fmla="*/ 0 h 6857999"/>
              <a:gd name="connsiteX2" fmla="*/ 11209621 w 11209621"/>
              <a:gd name="connsiteY2" fmla="*/ 6857999 h 6857999"/>
              <a:gd name="connsiteX3" fmla="*/ 0 w 11209621"/>
              <a:gd name="connsiteY3" fmla="*/ 6857999 h 6857999"/>
            </a:gdLst>
            <a:ahLst/>
            <a:cxnLst/>
            <a:rect l="l" t="t" r="r" b="b"/>
            <a:pathLst>
              <a:path w="11209621" h="6857999">
                <a:moveTo>
                  <a:pt x="0" y="0"/>
                </a:moveTo>
                <a:lnTo>
                  <a:pt x="11209621" y="0"/>
                </a:lnTo>
                <a:lnTo>
                  <a:pt x="11209621" y="6857999"/>
                </a:lnTo>
                <a:lnTo>
                  <a:pt x="0" y="6857999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44000">
                <a:schemeClr val="accent1">
                  <a:lumMod val="50000"/>
                  <a:alpha val="90000"/>
                </a:schemeClr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4" name="Group 3"/>
          <p:cNvGrpSpPr/>
          <p:nvPr/>
        </p:nvGrpSpPr>
        <p:grpSpPr>
          <a:xfrm>
            <a:off x="660400" y="5108427"/>
            <a:ext cx="1945640" cy="516465"/>
            <a:chOff x="660400" y="5108427"/>
            <a:chExt cx="1945640" cy="516465"/>
          </a:xfrm>
        </p:grpSpPr>
        <p:sp>
          <p:nvSpPr>
            <p:cNvPr id="5" name="标题 1"/>
            <p:cNvSpPr txBox="1"/>
            <p:nvPr/>
          </p:nvSpPr>
          <p:spPr>
            <a:xfrm>
              <a:off x="660500" y="5108427"/>
              <a:ext cx="1943940" cy="516465"/>
            </a:xfrm>
            <a:custGeom>
              <a:avLst/>
              <a:gdLst>
                <a:gd name="connsiteX0" fmla="*/ 5564389 w 5678597"/>
                <a:gd name="connsiteY0" fmla="*/ 1216863 h 1216863"/>
                <a:gd name="connsiteX1" fmla="*/ 113917 w 5678597"/>
                <a:gd name="connsiteY1" fmla="*/ 1216863 h 1216863"/>
                <a:gd name="connsiteX2" fmla="*/ 0 w 5678597"/>
                <a:gd name="connsiteY2" fmla="*/ 1102947 h 1216863"/>
                <a:gd name="connsiteX3" fmla="*/ 0 w 5678597"/>
                <a:gd name="connsiteY3" fmla="*/ 113917 h 1216863"/>
                <a:gd name="connsiteX4" fmla="*/ 113917 w 5678597"/>
                <a:gd name="connsiteY4" fmla="*/ 0 h 1216863"/>
                <a:gd name="connsiteX5" fmla="*/ 5564682 w 5678597"/>
                <a:gd name="connsiteY5" fmla="*/ 0 h 1216863"/>
                <a:gd name="connsiteX6" fmla="*/ 5678598 w 5678597"/>
                <a:gd name="connsiteY6" fmla="*/ 113917 h 1216863"/>
                <a:gd name="connsiteX7" fmla="*/ 5678598 w 5678597"/>
                <a:gd name="connsiteY7" fmla="*/ 1102655 h 1216863"/>
                <a:gd name="connsiteX8" fmla="*/ 5564389 w 5678597"/>
                <a:gd name="connsiteY8" fmla="*/ 1216863 h 1216863"/>
              </a:gdLst>
              <a:ahLst/>
              <a:cxnLst/>
              <a:rect l="l" t="t" r="r" b="b"/>
              <a:pathLst>
                <a:path w="5678597" h="1216863">
                  <a:moveTo>
                    <a:pt x="5564389" y="1216863"/>
                  </a:moveTo>
                  <a:lnTo>
                    <a:pt x="113917" y="1216863"/>
                  </a:lnTo>
                  <a:cubicBezTo>
                    <a:pt x="69518" y="1172465"/>
                    <a:pt x="44398" y="1147345"/>
                    <a:pt x="0" y="1102947"/>
                  </a:cubicBezTo>
                  <a:lnTo>
                    <a:pt x="0" y="113917"/>
                  </a:lnTo>
                  <a:cubicBezTo>
                    <a:pt x="44398" y="69518"/>
                    <a:pt x="69518" y="44398"/>
                    <a:pt x="113917" y="0"/>
                  </a:cubicBezTo>
                  <a:lnTo>
                    <a:pt x="5564682" y="0"/>
                  </a:lnTo>
                  <a:cubicBezTo>
                    <a:pt x="5609080" y="44398"/>
                    <a:pt x="5634200" y="69518"/>
                    <a:pt x="5678598" y="113917"/>
                  </a:cubicBezTo>
                  <a:lnTo>
                    <a:pt x="5678598" y="1102655"/>
                  </a:lnTo>
                  <a:cubicBezTo>
                    <a:pt x="5633908" y="1147345"/>
                    <a:pt x="5609080" y="1172465"/>
                    <a:pt x="5564389" y="1216863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  <a:alpha val="21000"/>
              </a:schemeClr>
            </a:solidFill>
            <a:ln w="2921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6" name="标题 1"/>
            <p:cNvSpPr txBox="1"/>
            <p:nvPr/>
          </p:nvSpPr>
          <p:spPr>
            <a:xfrm>
              <a:off x="2412256" y="5108551"/>
              <a:ext cx="193784" cy="516341"/>
            </a:xfrm>
            <a:custGeom>
              <a:avLst/>
              <a:gdLst>
                <a:gd name="connsiteX0" fmla="*/ 243022 w 566078"/>
                <a:gd name="connsiteY0" fmla="*/ 0 h 1216571"/>
                <a:gd name="connsiteX1" fmla="*/ 498605 w 566078"/>
                <a:gd name="connsiteY1" fmla="*/ 0 h 1216571"/>
                <a:gd name="connsiteX2" fmla="*/ 566078 w 566078"/>
                <a:gd name="connsiteY2" fmla="*/ 67474 h 1216571"/>
                <a:gd name="connsiteX3" fmla="*/ 566078 w 566078"/>
                <a:gd name="connsiteY3" fmla="*/ 1149098 h 1216571"/>
                <a:gd name="connsiteX4" fmla="*/ 498605 w 566078"/>
                <a:gd name="connsiteY4" fmla="*/ 1216571 h 1216571"/>
                <a:gd name="connsiteX5" fmla="*/ 0 w 566078"/>
                <a:gd name="connsiteY5" fmla="*/ 1216571 h 1216571"/>
                <a:gd name="connsiteX6" fmla="*/ 37680 w 566078"/>
                <a:gd name="connsiteY6" fmla="*/ 1179183 h 1216571"/>
                <a:gd name="connsiteX7" fmla="*/ 385564 w 566078"/>
                <a:gd name="connsiteY7" fmla="*/ 1179183 h 1216571"/>
                <a:gd name="connsiteX8" fmla="*/ 527814 w 566078"/>
                <a:gd name="connsiteY8" fmla="*/ 1036933 h 1216571"/>
                <a:gd name="connsiteX9" fmla="*/ 527814 w 566078"/>
                <a:gd name="connsiteY9" fmla="*/ 680871 h 1216571"/>
                <a:gd name="connsiteX10" fmla="*/ 486921 w 566078"/>
                <a:gd name="connsiteY10" fmla="*/ 639978 h 1216571"/>
                <a:gd name="connsiteX11" fmla="*/ 529274 w 566078"/>
                <a:gd name="connsiteY11" fmla="*/ 597624 h 1216571"/>
                <a:gd name="connsiteX12" fmla="*/ 529274 w 566078"/>
                <a:gd name="connsiteY12" fmla="*/ 170291 h 1216571"/>
                <a:gd name="connsiteX13" fmla="*/ 396079 w 566078"/>
                <a:gd name="connsiteY13" fmla="*/ 37096 h 1216571"/>
                <a:gd name="connsiteX14" fmla="*/ 271355 w 566078"/>
                <a:gd name="connsiteY14" fmla="*/ 37096 h 1216571"/>
                <a:gd name="connsiteX15" fmla="*/ 234260 w 566078"/>
                <a:gd name="connsiteY15" fmla="*/ 0 h 1216571"/>
              </a:gdLst>
              <a:ahLst/>
              <a:cxnLst/>
              <a:rect l="l" t="t" r="r" b="b"/>
              <a:pathLst>
                <a:path w="566078" h="1216571">
                  <a:moveTo>
                    <a:pt x="243022" y="0"/>
                  </a:moveTo>
                  <a:lnTo>
                    <a:pt x="498605" y="0"/>
                  </a:lnTo>
                  <a:lnTo>
                    <a:pt x="566078" y="67474"/>
                  </a:lnTo>
                  <a:lnTo>
                    <a:pt x="566078" y="1149098"/>
                  </a:lnTo>
                  <a:lnTo>
                    <a:pt x="498605" y="1216571"/>
                  </a:lnTo>
                  <a:lnTo>
                    <a:pt x="0" y="1216571"/>
                  </a:lnTo>
                  <a:lnTo>
                    <a:pt x="37680" y="1179183"/>
                  </a:lnTo>
                  <a:lnTo>
                    <a:pt x="385564" y="1179183"/>
                  </a:lnTo>
                  <a:lnTo>
                    <a:pt x="527814" y="1036933"/>
                  </a:lnTo>
                  <a:lnTo>
                    <a:pt x="527814" y="680871"/>
                  </a:lnTo>
                  <a:lnTo>
                    <a:pt x="486921" y="639978"/>
                  </a:lnTo>
                  <a:lnTo>
                    <a:pt x="529274" y="597624"/>
                  </a:lnTo>
                  <a:lnTo>
                    <a:pt x="529274" y="170291"/>
                  </a:lnTo>
                  <a:lnTo>
                    <a:pt x="396079" y="37096"/>
                  </a:lnTo>
                  <a:lnTo>
                    <a:pt x="271355" y="37096"/>
                  </a:lnTo>
                  <a:lnTo>
                    <a:pt x="234260" y="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2921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7" name="标题 1"/>
            <p:cNvSpPr txBox="1"/>
            <p:nvPr/>
          </p:nvSpPr>
          <p:spPr>
            <a:xfrm>
              <a:off x="660400" y="5108551"/>
              <a:ext cx="193784" cy="516341"/>
            </a:xfrm>
            <a:custGeom>
              <a:avLst/>
              <a:gdLst>
                <a:gd name="connsiteX0" fmla="*/ 323348 w 566077"/>
                <a:gd name="connsiteY0" fmla="*/ 0 h 1216571"/>
                <a:gd name="connsiteX1" fmla="*/ 67474 w 566077"/>
                <a:gd name="connsiteY1" fmla="*/ 0 h 1216571"/>
                <a:gd name="connsiteX2" fmla="*/ 0 w 566077"/>
                <a:gd name="connsiteY2" fmla="*/ 67474 h 1216571"/>
                <a:gd name="connsiteX3" fmla="*/ 0 w 566077"/>
                <a:gd name="connsiteY3" fmla="*/ 1149098 h 1216571"/>
                <a:gd name="connsiteX4" fmla="*/ 67474 w 566077"/>
                <a:gd name="connsiteY4" fmla="*/ 1216571 h 1216571"/>
                <a:gd name="connsiteX5" fmla="*/ 566078 w 566077"/>
                <a:gd name="connsiteY5" fmla="*/ 1216571 h 1216571"/>
                <a:gd name="connsiteX6" fmla="*/ 528690 w 566077"/>
                <a:gd name="connsiteY6" fmla="*/ 1179183 h 1216571"/>
                <a:gd name="connsiteX7" fmla="*/ 180514 w 566077"/>
                <a:gd name="connsiteY7" fmla="*/ 1179183 h 1216571"/>
                <a:gd name="connsiteX8" fmla="*/ 38264 w 566077"/>
                <a:gd name="connsiteY8" fmla="*/ 1036933 h 1216571"/>
                <a:gd name="connsiteX9" fmla="*/ 38264 w 566077"/>
                <a:gd name="connsiteY9" fmla="*/ 680871 h 1216571"/>
                <a:gd name="connsiteX10" fmla="*/ 79450 w 566077"/>
                <a:gd name="connsiteY10" fmla="*/ 639978 h 1216571"/>
                <a:gd name="connsiteX11" fmla="*/ 37096 w 566077"/>
                <a:gd name="connsiteY11" fmla="*/ 597624 h 1216571"/>
                <a:gd name="connsiteX12" fmla="*/ 37096 w 566077"/>
                <a:gd name="connsiteY12" fmla="*/ 170291 h 1216571"/>
                <a:gd name="connsiteX13" fmla="*/ 169999 w 566077"/>
                <a:gd name="connsiteY13" fmla="*/ 37096 h 1216571"/>
                <a:gd name="connsiteX14" fmla="*/ 295015 w 566077"/>
                <a:gd name="connsiteY14" fmla="*/ 37096 h 1216571"/>
                <a:gd name="connsiteX15" fmla="*/ 332111 w 566077"/>
                <a:gd name="connsiteY15" fmla="*/ 0 h 1216571"/>
              </a:gdLst>
              <a:ahLst/>
              <a:cxnLst/>
              <a:rect l="l" t="t" r="r" b="b"/>
              <a:pathLst>
                <a:path w="566077" h="1216571">
                  <a:moveTo>
                    <a:pt x="323348" y="0"/>
                  </a:moveTo>
                  <a:lnTo>
                    <a:pt x="67474" y="0"/>
                  </a:lnTo>
                  <a:lnTo>
                    <a:pt x="0" y="67474"/>
                  </a:lnTo>
                  <a:lnTo>
                    <a:pt x="0" y="1149098"/>
                  </a:lnTo>
                  <a:lnTo>
                    <a:pt x="67474" y="1216571"/>
                  </a:lnTo>
                  <a:lnTo>
                    <a:pt x="566078" y="1216571"/>
                  </a:lnTo>
                  <a:lnTo>
                    <a:pt x="528690" y="1179183"/>
                  </a:lnTo>
                  <a:lnTo>
                    <a:pt x="180514" y="1179183"/>
                  </a:lnTo>
                  <a:lnTo>
                    <a:pt x="38264" y="1036933"/>
                  </a:lnTo>
                  <a:lnTo>
                    <a:pt x="38264" y="680871"/>
                  </a:lnTo>
                  <a:lnTo>
                    <a:pt x="79450" y="639978"/>
                  </a:lnTo>
                  <a:lnTo>
                    <a:pt x="37096" y="597624"/>
                  </a:lnTo>
                  <a:lnTo>
                    <a:pt x="37096" y="170291"/>
                  </a:lnTo>
                  <a:lnTo>
                    <a:pt x="169999" y="37096"/>
                  </a:lnTo>
                  <a:lnTo>
                    <a:pt x="295015" y="37096"/>
                  </a:lnTo>
                  <a:lnTo>
                    <a:pt x="332111" y="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2921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8" name="标题 1"/>
          <p:cNvSpPr txBox="1"/>
          <p:nvPr/>
        </p:nvSpPr>
        <p:spPr>
          <a:xfrm>
            <a:off x="650235" y="2630419"/>
            <a:ext cx="5902400" cy="197461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45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谢谢我们的所有成员, 谢谢大家</a:t>
            </a:r>
            <a:endParaRPr kumimoji="1" lang="zh-CN" altLang="en-US"/>
          </a:p>
        </p:txBody>
      </p:sp>
      <p:grpSp>
        <p:nvGrpSpPr>
          <p:cNvPr id="9" name="Group 8"/>
          <p:cNvGrpSpPr/>
          <p:nvPr/>
        </p:nvGrpSpPr>
        <p:grpSpPr>
          <a:xfrm>
            <a:off x="650235" y="612944"/>
            <a:ext cx="802640" cy="415756"/>
            <a:chOff x="650235" y="612944"/>
            <a:chExt cx="802640" cy="415756"/>
          </a:xfrm>
        </p:grpSpPr>
        <p:sp>
          <p:nvSpPr>
            <p:cNvPr id="10" name="标题 1"/>
            <p:cNvSpPr txBox="1"/>
            <p:nvPr/>
          </p:nvSpPr>
          <p:spPr>
            <a:xfrm>
              <a:off x="1120731" y="612944"/>
              <a:ext cx="332144" cy="415756"/>
            </a:xfrm>
            <a:prstGeom prst="chevron">
              <a:avLst>
                <a:gd name="adj" fmla="val 56867"/>
              </a:avLst>
            </a:prstGeom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1" name="标题 1"/>
            <p:cNvSpPr txBox="1"/>
            <p:nvPr/>
          </p:nvSpPr>
          <p:spPr>
            <a:xfrm>
              <a:off x="885483" y="612944"/>
              <a:ext cx="332144" cy="415756"/>
            </a:xfrm>
            <a:prstGeom prst="chevron">
              <a:avLst>
                <a:gd name="adj" fmla="val 56867"/>
              </a:avLst>
            </a:prstGeom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00000"/>
                </a:lnSpc>
              </a:pPr>
              <a:endParaRPr kumimoji="1" lang="zh-CN" altLang="en-US"/>
            </a:p>
          </p:txBody>
        </p:sp>
        <p:sp>
          <p:nvSpPr>
            <p:cNvPr id="12" name="标题 1"/>
            <p:cNvSpPr txBox="1"/>
            <p:nvPr/>
          </p:nvSpPr>
          <p:spPr>
            <a:xfrm>
              <a:off x="650235" y="612944"/>
              <a:ext cx="332144" cy="415756"/>
            </a:xfrm>
            <a:prstGeom prst="chevron">
              <a:avLst>
                <a:gd name="adj" fmla="val 56867"/>
              </a:avLst>
            </a:prstGeom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13" name="标题 1"/>
          <p:cNvSpPr txBox="1"/>
          <p:nvPr/>
        </p:nvSpPr>
        <p:spPr>
          <a:xfrm>
            <a:off x="1217627" y="6027422"/>
            <a:ext cx="3553775" cy="106616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69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166072" y="6303984"/>
            <a:ext cx="3553775" cy="3331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69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5" name="Group 14"/>
          <p:cNvGrpSpPr/>
          <p:nvPr/>
        </p:nvGrpSpPr>
        <p:grpSpPr>
          <a:xfrm>
            <a:off x="2825762" y="5108427"/>
            <a:ext cx="1945640" cy="516465"/>
            <a:chOff x="2825762" y="5108427"/>
            <a:chExt cx="1945640" cy="516465"/>
          </a:xfrm>
        </p:grpSpPr>
        <p:sp>
          <p:nvSpPr>
            <p:cNvPr id="16" name="标题 1"/>
            <p:cNvSpPr txBox="1"/>
            <p:nvPr/>
          </p:nvSpPr>
          <p:spPr>
            <a:xfrm>
              <a:off x="2825862" y="5108427"/>
              <a:ext cx="1943940" cy="516465"/>
            </a:xfrm>
            <a:custGeom>
              <a:avLst/>
              <a:gdLst>
                <a:gd name="connsiteX0" fmla="*/ 5564389 w 5678597"/>
                <a:gd name="connsiteY0" fmla="*/ 1216863 h 1216863"/>
                <a:gd name="connsiteX1" fmla="*/ 113917 w 5678597"/>
                <a:gd name="connsiteY1" fmla="*/ 1216863 h 1216863"/>
                <a:gd name="connsiteX2" fmla="*/ 0 w 5678597"/>
                <a:gd name="connsiteY2" fmla="*/ 1102947 h 1216863"/>
                <a:gd name="connsiteX3" fmla="*/ 0 w 5678597"/>
                <a:gd name="connsiteY3" fmla="*/ 113917 h 1216863"/>
                <a:gd name="connsiteX4" fmla="*/ 113917 w 5678597"/>
                <a:gd name="connsiteY4" fmla="*/ 0 h 1216863"/>
                <a:gd name="connsiteX5" fmla="*/ 5564682 w 5678597"/>
                <a:gd name="connsiteY5" fmla="*/ 0 h 1216863"/>
                <a:gd name="connsiteX6" fmla="*/ 5678598 w 5678597"/>
                <a:gd name="connsiteY6" fmla="*/ 113917 h 1216863"/>
                <a:gd name="connsiteX7" fmla="*/ 5678598 w 5678597"/>
                <a:gd name="connsiteY7" fmla="*/ 1102655 h 1216863"/>
                <a:gd name="connsiteX8" fmla="*/ 5564389 w 5678597"/>
                <a:gd name="connsiteY8" fmla="*/ 1216863 h 1216863"/>
              </a:gdLst>
              <a:ahLst/>
              <a:cxnLst/>
              <a:rect l="l" t="t" r="r" b="b"/>
              <a:pathLst>
                <a:path w="5678597" h="1216863">
                  <a:moveTo>
                    <a:pt x="5564389" y="1216863"/>
                  </a:moveTo>
                  <a:lnTo>
                    <a:pt x="113917" y="1216863"/>
                  </a:lnTo>
                  <a:cubicBezTo>
                    <a:pt x="69518" y="1172465"/>
                    <a:pt x="44398" y="1147345"/>
                    <a:pt x="0" y="1102947"/>
                  </a:cubicBezTo>
                  <a:lnTo>
                    <a:pt x="0" y="113917"/>
                  </a:lnTo>
                  <a:cubicBezTo>
                    <a:pt x="44398" y="69518"/>
                    <a:pt x="69518" y="44398"/>
                    <a:pt x="113917" y="0"/>
                  </a:cubicBezTo>
                  <a:lnTo>
                    <a:pt x="5564682" y="0"/>
                  </a:lnTo>
                  <a:cubicBezTo>
                    <a:pt x="5609080" y="44398"/>
                    <a:pt x="5634200" y="69518"/>
                    <a:pt x="5678598" y="113917"/>
                  </a:cubicBezTo>
                  <a:lnTo>
                    <a:pt x="5678598" y="1102655"/>
                  </a:lnTo>
                  <a:cubicBezTo>
                    <a:pt x="5633908" y="1147345"/>
                    <a:pt x="5609080" y="1172465"/>
                    <a:pt x="5564389" y="1216863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  <a:alpha val="21000"/>
              </a:schemeClr>
            </a:solidFill>
            <a:ln w="2921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>
              <a:off x="4577618" y="5108551"/>
              <a:ext cx="193784" cy="516341"/>
            </a:xfrm>
            <a:custGeom>
              <a:avLst/>
              <a:gdLst>
                <a:gd name="connsiteX0" fmla="*/ 243022 w 566078"/>
                <a:gd name="connsiteY0" fmla="*/ 0 h 1216571"/>
                <a:gd name="connsiteX1" fmla="*/ 498605 w 566078"/>
                <a:gd name="connsiteY1" fmla="*/ 0 h 1216571"/>
                <a:gd name="connsiteX2" fmla="*/ 566078 w 566078"/>
                <a:gd name="connsiteY2" fmla="*/ 67474 h 1216571"/>
                <a:gd name="connsiteX3" fmla="*/ 566078 w 566078"/>
                <a:gd name="connsiteY3" fmla="*/ 1149098 h 1216571"/>
                <a:gd name="connsiteX4" fmla="*/ 498605 w 566078"/>
                <a:gd name="connsiteY4" fmla="*/ 1216571 h 1216571"/>
                <a:gd name="connsiteX5" fmla="*/ 0 w 566078"/>
                <a:gd name="connsiteY5" fmla="*/ 1216571 h 1216571"/>
                <a:gd name="connsiteX6" fmla="*/ 37680 w 566078"/>
                <a:gd name="connsiteY6" fmla="*/ 1179183 h 1216571"/>
                <a:gd name="connsiteX7" fmla="*/ 385564 w 566078"/>
                <a:gd name="connsiteY7" fmla="*/ 1179183 h 1216571"/>
                <a:gd name="connsiteX8" fmla="*/ 527814 w 566078"/>
                <a:gd name="connsiteY8" fmla="*/ 1036933 h 1216571"/>
                <a:gd name="connsiteX9" fmla="*/ 527814 w 566078"/>
                <a:gd name="connsiteY9" fmla="*/ 680871 h 1216571"/>
                <a:gd name="connsiteX10" fmla="*/ 486921 w 566078"/>
                <a:gd name="connsiteY10" fmla="*/ 639978 h 1216571"/>
                <a:gd name="connsiteX11" fmla="*/ 529274 w 566078"/>
                <a:gd name="connsiteY11" fmla="*/ 597624 h 1216571"/>
                <a:gd name="connsiteX12" fmla="*/ 529274 w 566078"/>
                <a:gd name="connsiteY12" fmla="*/ 170291 h 1216571"/>
                <a:gd name="connsiteX13" fmla="*/ 396079 w 566078"/>
                <a:gd name="connsiteY13" fmla="*/ 37096 h 1216571"/>
                <a:gd name="connsiteX14" fmla="*/ 271355 w 566078"/>
                <a:gd name="connsiteY14" fmla="*/ 37096 h 1216571"/>
                <a:gd name="connsiteX15" fmla="*/ 234260 w 566078"/>
                <a:gd name="connsiteY15" fmla="*/ 0 h 1216571"/>
              </a:gdLst>
              <a:ahLst/>
              <a:cxnLst/>
              <a:rect l="l" t="t" r="r" b="b"/>
              <a:pathLst>
                <a:path w="566078" h="1216571">
                  <a:moveTo>
                    <a:pt x="243022" y="0"/>
                  </a:moveTo>
                  <a:lnTo>
                    <a:pt x="498605" y="0"/>
                  </a:lnTo>
                  <a:lnTo>
                    <a:pt x="566078" y="67474"/>
                  </a:lnTo>
                  <a:lnTo>
                    <a:pt x="566078" y="1149098"/>
                  </a:lnTo>
                  <a:lnTo>
                    <a:pt x="498605" y="1216571"/>
                  </a:lnTo>
                  <a:lnTo>
                    <a:pt x="0" y="1216571"/>
                  </a:lnTo>
                  <a:lnTo>
                    <a:pt x="37680" y="1179183"/>
                  </a:lnTo>
                  <a:lnTo>
                    <a:pt x="385564" y="1179183"/>
                  </a:lnTo>
                  <a:lnTo>
                    <a:pt x="527814" y="1036933"/>
                  </a:lnTo>
                  <a:lnTo>
                    <a:pt x="527814" y="680871"/>
                  </a:lnTo>
                  <a:lnTo>
                    <a:pt x="486921" y="639978"/>
                  </a:lnTo>
                  <a:lnTo>
                    <a:pt x="529274" y="597624"/>
                  </a:lnTo>
                  <a:lnTo>
                    <a:pt x="529274" y="170291"/>
                  </a:lnTo>
                  <a:lnTo>
                    <a:pt x="396079" y="37096"/>
                  </a:lnTo>
                  <a:lnTo>
                    <a:pt x="271355" y="37096"/>
                  </a:lnTo>
                  <a:lnTo>
                    <a:pt x="234260" y="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2921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>
              <a:off x="2825762" y="5108551"/>
              <a:ext cx="193784" cy="516341"/>
            </a:xfrm>
            <a:custGeom>
              <a:avLst/>
              <a:gdLst>
                <a:gd name="connsiteX0" fmla="*/ 323348 w 566077"/>
                <a:gd name="connsiteY0" fmla="*/ 0 h 1216571"/>
                <a:gd name="connsiteX1" fmla="*/ 67474 w 566077"/>
                <a:gd name="connsiteY1" fmla="*/ 0 h 1216571"/>
                <a:gd name="connsiteX2" fmla="*/ 0 w 566077"/>
                <a:gd name="connsiteY2" fmla="*/ 67474 h 1216571"/>
                <a:gd name="connsiteX3" fmla="*/ 0 w 566077"/>
                <a:gd name="connsiteY3" fmla="*/ 1149098 h 1216571"/>
                <a:gd name="connsiteX4" fmla="*/ 67474 w 566077"/>
                <a:gd name="connsiteY4" fmla="*/ 1216571 h 1216571"/>
                <a:gd name="connsiteX5" fmla="*/ 566078 w 566077"/>
                <a:gd name="connsiteY5" fmla="*/ 1216571 h 1216571"/>
                <a:gd name="connsiteX6" fmla="*/ 528690 w 566077"/>
                <a:gd name="connsiteY6" fmla="*/ 1179183 h 1216571"/>
                <a:gd name="connsiteX7" fmla="*/ 180514 w 566077"/>
                <a:gd name="connsiteY7" fmla="*/ 1179183 h 1216571"/>
                <a:gd name="connsiteX8" fmla="*/ 38264 w 566077"/>
                <a:gd name="connsiteY8" fmla="*/ 1036933 h 1216571"/>
                <a:gd name="connsiteX9" fmla="*/ 38264 w 566077"/>
                <a:gd name="connsiteY9" fmla="*/ 680871 h 1216571"/>
                <a:gd name="connsiteX10" fmla="*/ 79450 w 566077"/>
                <a:gd name="connsiteY10" fmla="*/ 639978 h 1216571"/>
                <a:gd name="connsiteX11" fmla="*/ 37096 w 566077"/>
                <a:gd name="connsiteY11" fmla="*/ 597624 h 1216571"/>
                <a:gd name="connsiteX12" fmla="*/ 37096 w 566077"/>
                <a:gd name="connsiteY12" fmla="*/ 170291 h 1216571"/>
                <a:gd name="connsiteX13" fmla="*/ 169999 w 566077"/>
                <a:gd name="connsiteY13" fmla="*/ 37096 h 1216571"/>
                <a:gd name="connsiteX14" fmla="*/ 295015 w 566077"/>
                <a:gd name="connsiteY14" fmla="*/ 37096 h 1216571"/>
                <a:gd name="connsiteX15" fmla="*/ 332111 w 566077"/>
                <a:gd name="connsiteY15" fmla="*/ 0 h 1216571"/>
              </a:gdLst>
              <a:ahLst/>
              <a:cxnLst/>
              <a:rect l="l" t="t" r="r" b="b"/>
              <a:pathLst>
                <a:path w="566077" h="1216571">
                  <a:moveTo>
                    <a:pt x="323348" y="0"/>
                  </a:moveTo>
                  <a:lnTo>
                    <a:pt x="67474" y="0"/>
                  </a:lnTo>
                  <a:lnTo>
                    <a:pt x="0" y="67474"/>
                  </a:lnTo>
                  <a:lnTo>
                    <a:pt x="0" y="1149098"/>
                  </a:lnTo>
                  <a:lnTo>
                    <a:pt x="67474" y="1216571"/>
                  </a:lnTo>
                  <a:lnTo>
                    <a:pt x="566078" y="1216571"/>
                  </a:lnTo>
                  <a:lnTo>
                    <a:pt x="528690" y="1179183"/>
                  </a:lnTo>
                  <a:lnTo>
                    <a:pt x="180514" y="1179183"/>
                  </a:lnTo>
                  <a:lnTo>
                    <a:pt x="38264" y="1036933"/>
                  </a:lnTo>
                  <a:lnTo>
                    <a:pt x="38264" y="680871"/>
                  </a:lnTo>
                  <a:lnTo>
                    <a:pt x="79450" y="639978"/>
                  </a:lnTo>
                  <a:lnTo>
                    <a:pt x="37096" y="597624"/>
                  </a:lnTo>
                  <a:lnTo>
                    <a:pt x="37096" y="170291"/>
                  </a:lnTo>
                  <a:lnTo>
                    <a:pt x="169999" y="37096"/>
                  </a:lnTo>
                  <a:lnTo>
                    <a:pt x="295015" y="37096"/>
                  </a:lnTo>
                  <a:lnTo>
                    <a:pt x="332111" y="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2921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19" name="标题 1"/>
          <p:cNvSpPr txBox="1"/>
          <p:nvPr/>
        </p:nvSpPr>
        <p:spPr>
          <a:xfrm>
            <a:off x="2237423" y="1915578"/>
            <a:ext cx="3553775" cy="106616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69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1185868" y="2192140"/>
            <a:ext cx="3553775" cy="3331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69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650235" y="1637416"/>
            <a:ext cx="2799080" cy="61555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4000">
                <a:ln w="12700">
                  <a:solidFill>
                    <a:srgbClr val="CCDFFE">
                      <a:alpha val="100000"/>
                    </a:srgbClr>
                  </a:solidFill>
                </a:ln>
                <a:noFill/>
                <a:latin typeface="OPPOSans H"/>
                <a:ea typeface="OPPOSans H"/>
                <a:cs typeface="OPPOSans H"/>
              </a:rPr>
              <a:t>2025</a:t>
            </a: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754380" y="5198067"/>
            <a:ext cx="1757680" cy="33718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1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汇报人：刘笑寒</a:t>
            </a: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2919742" y="5198067"/>
            <a:ext cx="1757680" cy="33718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1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2025.4</a:t>
            </a:r>
            <a:endParaRPr kumimoji="1" lang="zh-CN" altLang="en-US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>
            <a:alphaModFix/>
          </a:blip>
          <a:srcRect t="1905"/>
          <a:stretch>
            <a:fillRect/>
          </a:stretch>
        </p:blipFill>
        <p:spPr>
          <a:xfrm>
            <a:off x="10083800" y="-5080"/>
            <a:ext cx="1066800" cy="104648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4">
            <a:alphaModFix/>
          </a:blip>
          <a:srcRect/>
          <a:stretch>
            <a:fillRect/>
          </a:stretch>
        </p:blipFill>
        <p:spPr>
          <a:xfrm>
            <a:off x="11150600" y="-12700"/>
            <a:ext cx="1054100" cy="10541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16200000">
            <a:off x="1381306" y="4131277"/>
            <a:ext cx="1087569" cy="1800000"/>
          </a:xfrm>
          <a:custGeom>
            <a:avLst/>
            <a:gdLst>
              <a:gd name="connsiteX0" fmla="*/ 1061168 w 1061168"/>
              <a:gd name="connsiteY0" fmla="*/ 111895 h 1756304"/>
              <a:gd name="connsiteX1" fmla="*/ 1061168 w 1061168"/>
              <a:gd name="connsiteY1" fmla="*/ 1644407 h 1756304"/>
              <a:gd name="connsiteX2" fmla="*/ 949273 w 1061168"/>
              <a:gd name="connsiteY2" fmla="*/ 1756302 h 1756304"/>
              <a:gd name="connsiteX3" fmla="*/ 258823 w 1061168"/>
              <a:gd name="connsiteY3" fmla="*/ 1756302 h 1756304"/>
              <a:gd name="connsiteX4" fmla="*/ 258823 w 1061168"/>
              <a:gd name="connsiteY4" fmla="*/ 1756304 h 1756304"/>
              <a:gd name="connsiteX5" fmla="*/ 258812 w 1061168"/>
              <a:gd name="connsiteY5" fmla="*/ 1756302 h 1756304"/>
              <a:gd name="connsiteX6" fmla="*/ 248694 w 1061168"/>
              <a:gd name="connsiteY6" fmla="*/ 1756302 h 1756304"/>
              <a:gd name="connsiteX7" fmla="*/ 169572 w 1061168"/>
              <a:gd name="connsiteY7" fmla="*/ 1723529 h 1756304"/>
              <a:gd name="connsiteX8" fmla="*/ 168233 w 1061168"/>
              <a:gd name="connsiteY8" fmla="*/ 1721543 h 1756304"/>
              <a:gd name="connsiteX9" fmla="*/ 167315 w 1061168"/>
              <a:gd name="connsiteY9" fmla="*/ 1720966 h 1756304"/>
              <a:gd name="connsiteX10" fmla="*/ 129411 w 1061168"/>
              <a:gd name="connsiteY10" fmla="*/ 1635651 h 1756304"/>
              <a:gd name="connsiteX11" fmla="*/ 129412 w 1061168"/>
              <a:gd name="connsiteY11" fmla="*/ 998806 h 1756304"/>
              <a:gd name="connsiteX12" fmla="*/ 0 w 1061168"/>
              <a:gd name="connsiteY12" fmla="*/ 878153 h 1756304"/>
              <a:gd name="connsiteX13" fmla="*/ 129412 w 1061168"/>
              <a:gd name="connsiteY13" fmla="*/ 757500 h 1756304"/>
              <a:gd name="connsiteX14" fmla="*/ 129412 w 1061168"/>
              <a:gd name="connsiteY14" fmla="*/ 120656 h 1756304"/>
              <a:gd name="connsiteX15" fmla="*/ 167316 w 1061168"/>
              <a:gd name="connsiteY15" fmla="*/ 35341 h 1756304"/>
              <a:gd name="connsiteX16" fmla="*/ 168227 w 1061168"/>
              <a:gd name="connsiteY16" fmla="*/ 34769 h 1756304"/>
              <a:gd name="connsiteX17" fmla="*/ 169572 w 1061168"/>
              <a:gd name="connsiteY17" fmla="*/ 32773 h 1756304"/>
              <a:gd name="connsiteX18" fmla="*/ 248694 w 1061168"/>
              <a:gd name="connsiteY18" fmla="*/ 0 h 1756304"/>
              <a:gd name="connsiteX19" fmla="*/ 949273 w 1061168"/>
              <a:gd name="connsiteY19" fmla="*/ 0 h 1756304"/>
              <a:gd name="connsiteX20" fmla="*/ 1061168 w 1061168"/>
              <a:gd name="connsiteY20" fmla="*/ 111895 h 1756304"/>
            </a:gdLst>
            <a:ahLst/>
            <a:cxnLst/>
            <a:rect l="l" t="t" r="r" b="b"/>
            <a:pathLst>
              <a:path w="1061168" h="1756304">
                <a:moveTo>
                  <a:pt x="1061168" y="111895"/>
                </a:moveTo>
                <a:lnTo>
                  <a:pt x="1061168" y="1644407"/>
                </a:lnTo>
                <a:cubicBezTo>
                  <a:pt x="1061168" y="1706205"/>
                  <a:pt x="1011071" y="1756302"/>
                  <a:pt x="949273" y="1756302"/>
                </a:cubicBezTo>
                <a:lnTo>
                  <a:pt x="258823" y="1756302"/>
                </a:lnTo>
                <a:lnTo>
                  <a:pt x="258823" y="1756304"/>
                </a:lnTo>
                <a:lnTo>
                  <a:pt x="258812" y="1756302"/>
                </a:lnTo>
                <a:lnTo>
                  <a:pt x="248694" y="1756302"/>
                </a:lnTo>
                <a:cubicBezTo>
                  <a:pt x="217795" y="1756302"/>
                  <a:pt x="189821" y="1743778"/>
                  <a:pt x="169572" y="1723529"/>
                </a:cubicBezTo>
                <a:lnTo>
                  <a:pt x="168233" y="1721543"/>
                </a:lnTo>
                <a:lnTo>
                  <a:pt x="167315" y="1720966"/>
                </a:lnTo>
                <a:cubicBezTo>
                  <a:pt x="143896" y="1699132"/>
                  <a:pt x="129411" y="1668969"/>
                  <a:pt x="129411" y="1635651"/>
                </a:cubicBezTo>
                <a:cubicBezTo>
                  <a:pt x="129411" y="1423369"/>
                  <a:pt x="129412" y="1211088"/>
                  <a:pt x="129412" y="998806"/>
                </a:cubicBezTo>
                <a:cubicBezTo>
                  <a:pt x="129412" y="932171"/>
                  <a:pt x="71472" y="878153"/>
                  <a:pt x="0" y="878153"/>
                </a:cubicBezTo>
                <a:cubicBezTo>
                  <a:pt x="71472" y="878153"/>
                  <a:pt x="129412" y="824135"/>
                  <a:pt x="129412" y="757500"/>
                </a:cubicBezTo>
                <a:lnTo>
                  <a:pt x="129412" y="120656"/>
                </a:lnTo>
                <a:cubicBezTo>
                  <a:pt x="129412" y="87339"/>
                  <a:pt x="143897" y="57175"/>
                  <a:pt x="167316" y="35341"/>
                </a:cubicBezTo>
                <a:lnTo>
                  <a:pt x="168227" y="34769"/>
                </a:lnTo>
                <a:lnTo>
                  <a:pt x="169572" y="32773"/>
                </a:lnTo>
                <a:cubicBezTo>
                  <a:pt x="189821" y="12524"/>
                  <a:pt x="217795" y="0"/>
                  <a:pt x="248694" y="0"/>
                </a:cubicBezTo>
                <a:lnTo>
                  <a:pt x="949273" y="0"/>
                </a:lnTo>
                <a:cubicBezTo>
                  <a:pt x="1011071" y="0"/>
                  <a:pt x="1061168" y="50097"/>
                  <a:pt x="1061168" y="111895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63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16200000">
            <a:off x="4470279" y="-575611"/>
            <a:ext cx="3251441" cy="8490386"/>
          </a:xfrm>
          <a:custGeom>
            <a:avLst/>
            <a:gdLst>
              <a:gd name="connsiteX0" fmla="*/ 3251441 w 3251441"/>
              <a:gd name="connsiteY0" fmla="*/ 377222 h 8490386"/>
              <a:gd name="connsiteX1" fmla="*/ 3251441 w 3251441"/>
              <a:gd name="connsiteY1" fmla="*/ 1022410 h 8490386"/>
              <a:gd name="connsiteX2" fmla="*/ 3251441 w 3251441"/>
              <a:gd name="connsiteY2" fmla="*/ 1133033 h 8490386"/>
              <a:gd name="connsiteX3" fmla="*/ 3251441 w 3251441"/>
              <a:gd name="connsiteY3" fmla="*/ 7467968 h 8490386"/>
              <a:gd name="connsiteX4" fmla="*/ 3251439 w 3251441"/>
              <a:gd name="connsiteY4" fmla="*/ 7467988 h 8490386"/>
              <a:gd name="connsiteX5" fmla="*/ 3251439 w 3251441"/>
              <a:gd name="connsiteY5" fmla="*/ 8113164 h 8490386"/>
              <a:gd name="connsiteX6" fmla="*/ 2874217 w 3251441"/>
              <a:gd name="connsiteY6" fmla="*/ 8490386 h 8490386"/>
              <a:gd name="connsiteX7" fmla="*/ 748661 w 3251441"/>
              <a:gd name="connsiteY7" fmla="*/ 8490386 h 8490386"/>
              <a:gd name="connsiteX8" fmla="*/ 719998 w 3251441"/>
              <a:gd name="connsiteY8" fmla="*/ 8484600 h 8490386"/>
              <a:gd name="connsiteX9" fmla="*/ 719998 w 3251441"/>
              <a:gd name="connsiteY9" fmla="*/ 8490376 h 8490386"/>
              <a:gd name="connsiteX10" fmla="*/ 359998 w 3251441"/>
              <a:gd name="connsiteY10" fmla="*/ 8069054 h 8490386"/>
              <a:gd name="connsiteX11" fmla="*/ 359998 w 3251441"/>
              <a:gd name="connsiteY11" fmla="*/ 7357354 h 8490386"/>
              <a:gd name="connsiteX12" fmla="*/ 360000 w 3251441"/>
              <a:gd name="connsiteY12" fmla="*/ 7357354 h 8490386"/>
              <a:gd name="connsiteX13" fmla="*/ 360000 w 3251441"/>
              <a:gd name="connsiteY13" fmla="*/ 4666520 h 8490386"/>
              <a:gd name="connsiteX14" fmla="*/ 0 w 3251441"/>
              <a:gd name="connsiteY14" fmla="*/ 4245198 h 8490386"/>
              <a:gd name="connsiteX15" fmla="*/ 360000 w 3251441"/>
              <a:gd name="connsiteY15" fmla="*/ 3823876 h 8490386"/>
              <a:gd name="connsiteX16" fmla="*/ 360000 w 3251441"/>
              <a:gd name="connsiteY16" fmla="*/ 1133032 h 8490386"/>
              <a:gd name="connsiteX17" fmla="*/ 360000 w 3251441"/>
              <a:gd name="connsiteY17" fmla="*/ 1066520 h 8490386"/>
              <a:gd name="connsiteX18" fmla="*/ 360000 w 3251441"/>
              <a:gd name="connsiteY18" fmla="*/ 421332 h 8490386"/>
              <a:gd name="connsiteX19" fmla="*/ 720000 w 3251441"/>
              <a:gd name="connsiteY19" fmla="*/ 10 h 8490386"/>
              <a:gd name="connsiteX20" fmla="*/ 720000 w 3251441"/>
              <a:gd name="connsiteY20" fmla="*/ 5787 h 8490386"/>
              <a:gd name="connsiteX21" fmla="*/ 748663 w 3251441"/>
              <a:gd name="connsiteY21" fmla="*/ 0 h 8490386"/>
              <a:gd name="connsiteX22" fmla="*/ 2874219 w 3251441"/>
              <a:gd name="connsiteY22" fmla="*/ 0 h 8490386"/>
              <a:gd name="connsiteX23" fmla="*/ 3251441 w 3251441"/>
              <a:gd name="connsiteY23" fmla="*/ 377222 h 8490386"/>
            </a:gdLst>
            <a:ahLst/>
            <a:cxnLst/>
            <a:rect l="l" t="t" r="r" b="b"/>
            <a:pathLst>
              <a:path w="3251441" h="8490386">
                <a:moveTo>
                  <a:pt x="3251441" y="377222"/>
                </a:moveTo>
                <a:lnTo>
                  <a:pt x="3251441" y="1022410"/>
                </a:lnTo>
                <a:lnTo>
                  <a:pt x="3251441" y="1133033"/>
                </a:lnTo>
                <a:lnTo>
                  <a:pt x="3251441" y="7467968"/>
                </a:lnTo>
                <a:lnTo>
                  <a:pt x="3251439" y="7467988"/>
                </a:lnTo>
                <a:lnTo>
                  <a:pt x="3251439" y="8113164"/>
                </a:lnTo>
                <a:cubicBezTo>
                  <a:pt x="3251439" y="8321498"/>
                  <a:pt x="3082551" y="8490386"/>
                  <a:pt x="2874217" y="8490386"/>
                </a:cubicBezTo>
                <a:lnTo>
                  <a:pt x="748661" y="8490386"/>
                </a:lnTo>
                <a:lnTo>
                  <a:pt x="719998" y="8484600"/>
                </a:lnTo>
                <a:lnTo>
                  <a:pt x="719998" y="8490376"/>
                </a:lnTo>
                <a:cubicBezTo>
                  <a:pt x="521175" y="8490376"/>
                  <a:pt x="359998" y="8301744"/>
                  <a:pt x="359998" y="8069054"/>
                </a:cubicBezTo>
                <a:lnTo>
                  <a:pt x="359998" y="7357354"/>
                </a:lnTo>
                <a:lnTo>
                  <a:pt x="360000" y="7357354"/>
                </a:lnTo>
                <a:lnTo>
                  <a:pt x="360000" y="4666520"/>
                </a:lnTo>
                <a:cubicBezTo>
                  <a:pt x="360000" y="4433830"/>
                  <a:pt x="198823" y="4245198"/>
                  <a:pt x="0" y="4245198"/>
                </a:cubicBezTo>
                <a:cubicBezTo>
                  <a:pt x="198823" y="4245198"/>
                  <a:pt x="360000" y="4056566"/>
                  <a:pt x="360000" y="3823876"/>
                </a:cubicBezTo>
                <a:lnTo>
                  <a:pt x="360000" y="1133032"/>
                </a:lnTo>
                <a:lnTo>
                  <a:pt x="360000" y="1066520"/>
                </a:lnTo>
                <a:lnTo>
                  <a:pt x="360000" y="421332"/>
                </a:lnTo>
                <a:cubicBezTo>
                  <a:pt x="360000" y="188642"/>
                  <a:pt x="521177" y="10"/>
                  <a:pt x="720000" y="10"/>
                </a:cubicBezTo>
                <a:lnTo>
                  <a:pt x="720000" y="5787"/>
                </a:lnTo>
                <a:lnTo>
                  <a:pt x="748663" y="0"/>
                </a:lnTo>
                <a:lnTo>
                  <a:pt x="2874219" y="0"/>
                </a:lnTo>
                <a:cubicBezTo>
                  <a:pt x="3082553" y="0"/>
                  <a:pt x="3251441" y="168888"/>
                  <a:pt x="3251441" y="377222"/>
                </a:cubicBezTo>
                <a:close/>
              </a:path>
            </a:pathLst>
          </a:custGeom>
          <a:solidFill>
            <a:schemeClr val="accent1"/>
          </a:solidFill>
          <a:ln w="25400" cap="sq">
            <a:noFill/>
            <a:miter/>
          </a:ln>
          <a:effectLst>
            <a:outerShdw blurRad="317500" dist="190500" dir="3000000" algn="tl" rotWithShape="0">
              <a:schemeClr val="accent1"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16200000">
            <a:off x="10486077" y="1260740"/>
            <a:ext cx="447000" cy="739812"/>
          </a:xfrm>
          <a:custGeom>
            <a:avLst/>
            <a:gdLst>
              <a:gd name="connsiteX0" fmla="*/ 1061168 w 1061168"/>
              <a:gd name="connsiteY0" fmla="*/ 111895 h 1756304"/>
              <a:gd name="connsiteX1" fmla="*/ 1061168 w 1061168"/>
              <a:gd name="connsiteY1" fmla="*/ 1644407 h 1756304"/>
              <a:gd name="connsiteX2" fmla="*/ 949273 w 1061168"/>
              <a:gd name="connsiteY2" fmla="*/ 1756302 h 1756304"/>
              <a:gd name="connsiteX3" fmla="*/ 258823 w 1061168"/>
              <a:gd name="connsiteY3" fmla="*/ 1756302 h 1756304"/>
              <a:gd name="connsiteX4" fmla="*/ 258823 w 1061168"/>
              <a:gd name="connsiteY4" fmla="*/ 1756304 h 1756304"/>
              <a:gd name="connsiteX5" fmla="*/ 258812 w 1061168"/>
              <a:gd name="connsiteY5" fmla="*/ 1756302 h 1756304"/>
              <a:gd name="connsiteX6" fmla="*/ 248694 w 1061168"/>
              <a:gd name="connsiteY6" fmla="*/ 1756302 h 1756304"/>
              <a:gd name="connsiteX7" fmla="*/ 169572 w 1061168"/>
              <a:gd name="connsiteY7" fmla="*/ 1723529 h 1756304"/>
              <a:gd name="connsiteX8" fmla="*/ 168233 w 1061168"/>
              <a:gd name="connsiteY8" fmla="*/ 1721543 h 1756304"/>
              <a:gd name="connsiteX9" fmla="*/ 167315 w 1061168"/>
              <a:gd name="connsiteY9" fmla="*/ 1720966 h 1756304"/>
              <a:gd name="connsiteX10" fmla="*/ 129411 w 1061168"/>
              <a:gd name="connsiteY10" fmla="*/ 1635651 h 1756304"/>
              <a:gd name="connsiteX11" fmla="*/ 129412 w 1061168"/>
              <a:gd name="connsiteY11" fmla="*/ 998806 h 1756304"/>
              <a:gd name="connsiteX12" fmla="*/ 0 w 1061168"/>
              <a:gd name="connsiteY12" fmla="*/ 878153 h 1756304"/>
              <a:gd name="connsiteX13" fmla="*/ 129412 w 1061168"/>
              <a:gd name="connsiteY13" fmla="*/ 757500 h 1756304"/>
              <a:gd name="connsiteX14" fmla="*/ 129412 w 1061168"/>
              <a:gd name="connsiteY14" fmla="*/ 120656 h 1756304"/>
              <a:gd name="connsiteX15" fmla="*/ 167316 w 1061168"/>
              <a:gd name="connsiteY15" fmla="*/ 35341 h 1756304"/>
              <a:gd name="connsiteX16" fmla="*/ 168227 w 1061168"/>
              <a:gd name="connsiteY16" fmla="*/ 34769 h 1756304"/>
              <a:gd name="connsiteX17" fmla="*/ 169572 w 1061168"/>
              <a:gd name="connsiteY17" fmla="*/ 32773 h 1756304"/>
              <a:gd name="connsiteX18" fmla="*/ 248694 w 1061168"/>
              <a:gd name="connsiteY18" fmla="*/ 0 h 1756304"/>
              <a:gd name="connsiteX19" fmla="*/ 949273 w 1061168"/>
              <a:gd name="connsiteY19" fmla="*/ 0 h 1756304"/>
              <a:gd name="connsiteX20" fmla="*/ 1061168 w 1061168"/>
              <a:gd name="connsiteY20" fmla="*/ 111895 h 1756304"/>
            </a:gdLst>
            <a:ahLst/>
            <a:cxnLst/>
            <a:rect l="l" t="t" r="r" b="b"/>
            <a:pathLst>
              <a:path w="1061168" h="1756304">
                <a:moveTo>
                  <a:pt x="1061168" y="111895"/>
                </a:moveTo>
                <a:lnTo>
                  <a:pt x="1061168" y="1644407"/>
                </a:lnTo>
                <a:cubicBezTo>
                  <a:pt x="1061168" y="1706205"/>
                  <a:pt x="1011071" y="1756302"/>
                  <a:pt x="949273" y="1756302"/>
                </a:cubicBezTo>
                <a:lnTo>
                  <a:pt x="258823" y="1756302"/>
                </a:lnTo>
                <a:lnTo>
                  <a:pt x="258823" y="1756304"/>
                </a:lnTo>
                <a:lnTo>
                  <a:pt x="258812" y="1756302"/>
                </a:lnTo>
                <a:lnTo>
                  <a:pt x="248694" y="1756302"/>
                </a:lnTo>
                <a:cubicBezTo>
                  <a:pt x="217795" y="1756302"/>
                  <a:pt x="189821" y="1743778"/>
                  <a:pt x="169572" y="1723529"/>
                </a:cubicBezTo>
                <a:lnTo>
                  <a:pt x="168233" y="1721543"/>
                </a:lnTo>
                <a:lnTo>
                  <a:pt x="167315" y="1720966"/>
                </a:lnTo>
                <a:cubicBezTo>
                  <a:pt x="143896" y="1699132"/>
                  <a:pt x="129411" y="1668969"/>
                  <a:pt x="129411" y="1635651"/>
                </a:cubicBezTo>
                <a:cubicBezTo>
                  <a:pt x="129411" y="1423369"/>
                  <a:pt x="129412" y="1211088"/>
                  <a:pt x="129412" y="998806"/>
                </a:cubicBezTo>
                <a:cubicBezTo>
                  <a:pt x="129412" y="932171"/>
                  <a:pt x="71472" y="878153"/>
                  <a:pt x="0" y="878153"/>
                </a:cubicBezTo>
                <a:cubicBezTo>
                  <a:pt x="71472" y="878153"/>
                  <a:pt x="129412" y="824135"/>
                  <a:pt x="129412" y="757500"/>
                </a:cubicBezTo>
                <a:lnTo>
                  <a:pt x="129412" y="120656"/>
                </a:lnTo>
                <a:cubicBezTo>
                  <a:pt x="129412" y="87339"/>
                  <a:pt x="143897" y="57175"/>
                  <a:pt x="167316" y="35341"/>
                </a:cubicBezTo>
                <a:lnTo>
                  <a:pt x="168227" y="34769"/>
                </a:lnTo>
                <a:lnTo>
                  <a:pt x="169572" y="32773"/>
                </a:lnTo>
                <a:cubicBezTo>
                  <a:pt x="189821" y="12524"/>
                  <a:pt x="217795" y="0"/>
                  <a:pt x="248694" y="0"/>
                </a:cubicBezTo>
                <a:lnTo>
                  <a:pt x="949273" y="0"/>
                </a:lnTo>
                <a:cubicBezTo>
                  <a:pt x="1011071" y="0"/>
                  <a:pt x="1061168" y="50097"/>
                  <a:pt x="1061168" y="111895"/>
                </a:cubicBezTo>
                <a:close/>
              </a:path>
            </a:pathLst>
          </a:custGeom>
          <a:solidFill>
            <a:schemeClr val="accent1">
              <a:lumMod val="75000"/>
              <a:alpha val="75000"/>
            </a:schemeClr>
          </a:solidFill>
          <a:ln w="63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2246948" y="2951756"/>
            <a:ext cx="7698102" cy="1872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16200000">
            <a:off x="-506535" y="1114299"/>
            <a:ext cx="1518017" cy="2512420"/>
          </a:xfrm>
          <a:custGeom>
            <a:avLst/>
            <a:gdLst>
              <a:gd name="connsiteX0" fmla="*/ 1061168 w 1061168"/>
              <a:gd name="connsiteY0" fmla="*/ 111895 h 1756304"/>
              <a:gd name="connsiteX1" fmla="*/ 1061168 w 1061168"/>
              <a:gd name="connsiteY1" fmla="*/ 1644407 h 1756304"/>
              <a:gd name="connsiteX2" fmla="*/ 949273 w 1061168"/>
              <a:gd name="connsiteY2" fmla="*/ 1756302 h 1756304"/>
              <a:gd name="connsiteX3" fmla="*/ 258823 w 1061168"/>
              <a:gd name="connsiteY3" fmla="*/ 1756302 h 1756304"/>
              <a:gd name="connsiteX4" fmla="*/ 258823 w 1061168"/>
              <a:gd name="connsiteY4" fmla="*/ 1756304 h 1756304"/>
              <a:gd name="connsiteX5" fmla="*/ 258812 w 1061168"/>
              <a:gd name="connsiteY5" fmla="*/ 1756302 h 1756304"/>
              <a:gd name="connsiteX6" fmla="*/ 248694 w 1061168"/>
              <a:gd name="connsiteY6" fmla="*/ 1756302 h 1756304"/>
              <a:gd name="connsiteX7" fmla="*/ 169572 w 1061168"/>
              <a:gd name="connsiteY7" fmla="*/ 1723529 h 1756304"/>
              <a:gd name="connsiteX8" fmla="*/ 168233 w 1061168"/>
              <a:gd name="connsiteY8" fmla="*/ 1721543 h 1756304"/>
              <a:gd name="connsiteX9" fmla="*/ 167315 w 1061168"/>
              <a:gd name="connsiteY9" fmla="*/ 1720966 h 1756304"/>
              <a:gd name="connsiteX10" fmla="*/ 129411 w 1061168"/>
              <a:gd name="connsiteY10" fmla="*/ 1635651 h 1756304"/>
              <a:gd name="connsiteX11" fmla="*/ 129412 w 1061168"/>
              <a:gd name="connsiteY11" fmla="*/ 998806 h 1756304"/>
              <a:gd name="connsiteX12" fmla="*/ 0 w 1061168"/>
              <a:gd name="connsiteY12" fmla="*/ 878153 h 1756304"/>
              <a:gd name="connsiteX13" fmla="*/ 129412 w 1061168"/>
              <a:gd name="connsiteY13" fmla="*/ 757500 h 1756304"/>
              <a:gd name="connsiteX14" fmla="*/ 129412 w 1061168"/>
              <a:gd name="connsiteY14" fmla="*/ 120656 h 1756304"/>
              <a:gd name="connsiteX15" fmla="*/ 167316 w 1061168"/>
              <a:gd name="connsiteY15" fmla="*/ 35341 h 1756304"/>
              <a:gd name="connsiteX16" fmla="*/ 168227 w 1061168"/>
              <a:gd name="connsiteY16" fmla="*/ 34769 h 1756304"/>
              <a:gd name="connsiteX17" fmla="*/ 169572 w 1061168"/>
              <a:gd name="connsiteY17" fmla="*/ 32773 h 1756304"/>
              <a:gd name="connsiteX18" fmla="*/ 248694 w 1061168"/>
              <a:gd name="connsiteY18" fmla="*/ 0 h 1756304"/>
              <a:gd name="connsiteX19" fmla="*/ 949273 w 1061168"/>
              <a:gd name="connsiteY19" fmla="*/ 0 h 1756304"/>
              <a:gd name="connsiteX20" fmla="*/ 1061168 w 1061168"/>
              <a:gd name="connsiteY20" fmla="*/ 111895 h 1756304"/>
            </a:gdLst>
            <a:ahLst/>
            <a:cxnLst/>
            <a:rect l="l" t="t" r="r" b="b"/>
            <a:pathLst>
              <a:path w="1061168" h="1756304">
                <a:moveTo>
                  <a:pt x="1061168" y="111895"/>
                </a:moveTo>
                <a:lnTo>
                  <a:pt x="1061168" y="1644407"/>
                </a:lnTo>
                <a:cubicBezTo>
                  <a:pt x="1061168" y="1706205"/>
                  <a:pt x="1011071" y="1756302"/>
                  <a:pt x="949273" y="1756302"/>
                </a:cubicBezTo>
                <a:lnTo>
                  <a:pt x="258823" y="1756302"/>
                </a:lnTo>
                <a:lnTo>
                  <a:pt x="258823" y="1756304"/>
                </a:lnTo>
                <a:lnTo>
                  <a:pt x="258812" y="1756302"/>
                </a:lnTo>
                <a:lnTo>
                  <a:pt x="248694" y="1756302"/>
                </a:lnTo>
                <a:cubicBezTo>
                  <a:pt x="217795" y="1756302"/>
                  <a:pt x="189821" y="1743778"/>
                  <a:pt x="169572" y="1723529"/>
                </a:cubicBezTo>
                <a:lnTo>
                  <a:pt x="168233" y="1721543"/>
                </a:lnTo>
                <a:lnTo>
                  <a:pt x="167315" y="1720966"/>
                </a:lnTo>
                <a:cubicBezTo>
                  <a:pt x="143896" y="1699132"/>
                  <a:pt x="129411" y="1668969"/>
                  <a:pt x="129411" y="1635651"/>
                </a:cubicBezTo>
                <a:cubicBezTo>
                  <a:pt x="129411" y="1423369"/>
                  <a:pt x="129412" y="1211088"/>
                  <a:pt x="129412" y="998806"/>
                </a:cubicBezTo>
                <a:cubicBezTo>
                  <a:pt x="129412" y="932171"/>
                  <a:pt x="71472" y="878153"/>
                  <a:pt x="0" y="878153"/>
                </a:cubicBezTo>
                <a:cubicBezTo>
                  <a:pt x="71472" y="878153"/>
                  <a:pt x="129412" y="824135"/>
                  <a:pt x="129412" y="757500"/>
                </a:cubicBezTo>
                <a:lnTo>
                  <a:pt x="129412" y="120656"/>
                </a:lnTo>
                <a:cubicBezTo>
                  <a:pt x="129412" y="87339"/>
                  <a:pt x="143897" y="57175"/>
                  <a:pt x="167316" y="35341"/>
                </a:cubicBezTo>
                <a:lnTo>
                  <a:pt x="168227" y="34769"/>
                </a:lnTo>
                <a:lnTo>
                  <a:pt x="169572" y="32773"/>
                </a:lnTo>
                <a:cubicBezTo>
                  <a:pt x="189821" y="12524"/>
                  <a:pt x="217795" y="0"/>
                  <a:pt x="248694" y="0"/>
                </a:cubicBezTo>
                <a:lnTo>
                  <a:pt x="949273" y="0"/>
                </a:lnTo>
                <a:cubicBezTo>
                  <a:pt x="1011071" y="0"/>
                  <a:pt x="1061168" y="50097"/>
                  <a:pt x="1061168" y="111895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50000"/>
            </a:schemeClr>
          </a:solidFill>
          <a:ln w="63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16200000">
            <a:off x="10618200" y="5031699"/>
            <a:ext cx="2055208" cy="3401507"/>
          </a:xfrm>
          <a:custGeom>
            <a:avLst/>
            <a:gdLst>
              <a:gd name="connsiteX0" fmla="*/ 1061168 w 1061168"/>
              <a:gd name="connsiteY0" fmla="*/ 111895 h 1756304"/>
              <a:gd name="connsiteX1" fmla="*/ 1061168 w 1061168"/>
              <a:gd name="connsiteY1" fmla="*/ 1644407 h 1756304"/>
              <a:gd name="connsiteX2" fmla="*/ 949273 w 1061168"/>
              <a:gd name="connsiteY2" fmla="*/ 1756302 h 1756304"/>
              <a:gd name="connsiteX3" fmla="*/ 258823 w 1061168"/>
              <a:gd name="connsiteY3" fmla="*/ 1756302 h 1756304"/>
              <a:gd name="connsiteX4" fmla="*/ 258823 w 1061168"/>
              <a:gd name="connsiteY4" fmla="*/ 1756304 h 1756304"/>
              <a:gd name="connsiteX5" fmla="*/ 258812 w 1061168"/>
              <a:gd name="connsiteY5" fmla="*/ 1756302 h 1756304"/>
              <a:gd name="connsiteX6" fmla="*/ 248694 w 1061168"/>
              <a:gd name="connsiteY6" fmla="*/ 1756302 h 1756304"/>
              <a:gd name="connsiteX7" fmla="*/ 169572 w 1061168"/>
              <a:gd name="connsiteY7" fmla="*/ 1723529 h 1756304"/>
              <a:gd name="connsiteX8" fmla="*/ 168233 w 1061168"/>
              <a:gd name="connsiteY8" fmla="*/ 1721543 h 1756304"/>
              <a:gd name="connsiteX9" fmla="*/ 167315 w 1061168"/>
              <a:gd name="connsiteY9" fmla="*/ 1720966 h 1756304"/>
              <a:gd name="connsiteX10" fmla="*/ 129411 w 1061168"/>
              <a:gd name="connsiteY10" fmla="*/ 1635651 h 1756304"/>
              <a:gd name="connsiteX11" fmla="*/ 129412 w 1061168"/>
              <a:gd name="connsiteY11" fmla="*/ 998806 h 1756304"/>
              <a:gd name="connsiteX12" fmla="*/ 0 w 1061168"/>
              <a:gd name="connsiteY12" fmla="*/ 878153 h 1756304"/>
              <a:gd name="connsiteX13" fmla="*/ 129412 w 1061168"/>
              <a:gd name="connsiteY13" fmla="*/ 757500 h 1756304"/>
              <a:gd name="connsiteX14" fmla="*/ 129412 w 1061168"/>
              <a:gd name="connsiteY14" fmla="*/ 120656 h 1756304"/>
              <a:gd name="connsiteX15" fmla="*/ 167316 w 1061168"/>
              <a:gd name="connsiteY15" fmla="*/ 35341 h 1756304"/>
              <a:gd name="connsiteX16" fmla="*/ 168227 w 1061168"/>
              <a:gd name="connsiteY16" fmla="*/ 34769 h 1756304"/>
              <a:gd name="connsiteX17" fmla="*/ 169572 w 1061168"/>
              <a:gd name="connsiteY17" fmla="*/ 32773 h 1756304"/>
              <a:gd name="connsiteX18" fmla="*/ 248694 w 1061168"/>
              <a:gd name="connsiteY18" fmla="*/ 0 h 1756304"/>
              <a:gd name="connsiteX19" fmla="*/ 949273 w 1061168"/>
              <a:gd name="connsiteY19" fmla="*/ 0 h 1756304"/>
              <a:gd name="connsiteX20" fmla="*/ 1061168 w 1061168"/>
              <a:gd name="connsiteY20" fmla="*/ 111895 h 1756304"/>
            </a:gdLst>
            <a:ahLst/>
            <a:cxnLst/>
            <a:rect l="l" t="t" r="r" b="b"/>
            <a:pathLst>
              <a:path w="1061168" h="1756304">
                <a:moveTo>
                  <a:pt x="1061168" y="111895"/>
                </a:moveTo>
                <a:lnTo>
                  <a:pt x="1061168" y="1644407"/>
                </a:lnTo>
                <a:cubicBezTo>
                  <a:pt x="1061168" y="1706205"/>
                  <a:pt x="1011071" y="1756302"/>
                  <a:pt x="949273" y="1756302"/>
                </a:cubicBezTo>
                <a:lnTo>
                  <a:pt x="258823" y="1756302"/>
                </a:lnTo>
                <a:lnTo>
                  <a:pt x="258823" y="1756304"/>
                </a:lnTo>
                <a:lnTo>
                  <a:pt x="258812" y="1756302"/>
                </a:lnTo>
                <a:lnTo>
                  <a:pt x="248694" y="1756302"/>
                </a:lnTo>
                <a:cubicBezTo>
                  <a:pt x="217795" y="1756302"/>
                  <a:pt x="189821" y="1743778"/>
                  <a:pt x="169572" y="1723529"/>
                </a:cubicBezTo>
                <a:lnTo>
                  <a:pt x="168233" y="1721543"/>
                </a:lnTo>
                <a:lnTo>
                  <a:pt x="167315" y="1720966"/>
                </a:lnTo>
                <a:cubicBezTo>
                  <a:pt x="143896" y="1699132"/>
                  <a:pt x="129411" y="1668969"/>
                  <a:pt x="129411" y="1635651"/>
                </a:cubicBezTo>
                <a:cubicBezTo>
                  <a:pt x="129411" y="1423369"/>
                  <a:pt x="129412" y="1211088"/>
                  <a:pt x="129412" y="998806"/>
                </a:cubicBezTo>
                <a:cubicBezTo>
                  <a:pt x="129412" y="932171"/>
                  <a:pt x="71472" y="878153"/>
                  <a:pt x="0" y="878153"/>
                </a:cubicBezTo>
                <a:cubicBezTo>
                  <a:pt x="71472" y="878153"/>
                  <a:pt x="129412" y="824135"/>
                  <a:pt x="129412" y="757500"/>
                </a:cubicBezTo>
                <a:lnTo>
                  <a:pt x="129412" y="120656"/>
                </a:lnTo>
                <a:cubicBezTo>
                  <a:pt x="129412" y="87339"/>
                  <a:pt x="143897" y="57175"/>
                  <a:pt x="167316" y="35341"/>
                </a:cubicBezTo>
                <a:lnTo>
                  <a:pt x="168227" y="34769"/>
                </a:lnTo>
                <a:lnTo>
                  <a:pt x="169572" y="32773"/>
                </a:lnTo>
                <a:cubicBezTo>
                  <a:pt x="189821" y="12524"/>
                  <a:pt x="217795" y="0"/>
                  <a:pt x="248694" y="0"/>
                </a:cubicBezTo>
                <a:lnTo>
                  <a:pt x="949273" y="0"/>
                </a:lnTo>
                <a:cubicBezTo>
                  <a:pt x="1011071" y="0"/>
                  <a:pt x="1061168" y="50097"/>
                  <a:pt x="1061168" y="111895"/>
                </a:cubicBezTo>
                <a:close/>
              </a:path>
            </a:pathLst>
          </a:custGeom>
          <a:noFill/>
          <a:ln w="12700" cap="sq">
            <a:solidFill>
              <a:schemeClr val="accent1">
                <a:lumMod val="20000"/>
                <a:lumOff val="8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16200000">
            <a:off x="9772438" y="5271529"/>
            <a:ext cx="705925" cy="1168353"/>
          </a:xfrm>
          <a:custGeom>
            <a:avLst/>
            <a:gdLst>
              <a:gd name="connsiteX0" fmla="*/ 1061168 w 1061168"/>
              <a:gd name="connsiteY0" fmla="*/ 111895 h 1756304"/>
              <a:gd name="connsiteX1" fmla="*/ 1061168 w 1061168"/>
              <a:gd name="connsiteY1" fmla="*/ 1644407 h 1756304"/>
              <a:gd name="connsiteX2" fmla="*/ 949273 w 1061168"/>
              <a:gd name="connsiteY2" fmla="*/ 1756302 h 1756304"/>
              <a:gd name="connsiteX3" fmla="*/ 258823 w 1061168"/>
              <a:gd name="connsiteY3" fmla="*/ 1756302 h 1756304"/>
              <a:gd name="connsiteX4" fmla="*/ 258823 w 1061168"/>
              <a:gd name="connsiteY4" fmla="*/ 1756304 h 1756304"/>
              <a:gd name="connsiteX5" fmla="*/ 258812 w 1061168"/>
              <a:gd name="connsiteY5" fmla="*/ 1756302 h 1756304"/>
              <a:gd name="connsiteX6" fmla="*/ 248694 w 1061168"/>
              <a:gd name="connsiteY6" fmla="*/ 1756302 h 1756304"/>
              <a:gd name="connsiteX7" fmla="*/ 169572 w 1061168"/>
              <a:gd name="connsiteY7" fmla="*/ 1723529 h 1756304"/>
              <a:gd name="connsiteX8" fmla="*/ 168233 w 1061168"/>
              <a:gd name="connsiteY8" fmla="*/ 1721543 h 1756304"/>
              <a:gd name="connsiteX9" fmla="*/ 167315 w 1061168"/>
              <a:gd name="connsiteY9" fmla="*/ 1720966 h 1756304"/>
              <a:gd name="connsiteX10" fmla="*/ 129411 w 1061168"/>
              <a:gd name="connsiteY10" fmla="*/ 1635651 h 1756304"/>
              <a:gd name="connsiteX11" fmla="*/ 129412 w 1061168"/>
              <a:gd name="connsiteY11" fmla="*/ 998806 h 1756304"/>
              <a:gd name="connsiteX12" fmla="*/ 0 w 1061168"/>
              <a:gd name="connsiteY12" fmla="*/ 878153 h 1756304"/>
              <a:gd name="connsiteX13" fmla="*/ 129412 w 1061168"/>
              <a:gd name="connsiteY13" fmla="*/ 757500 h 1756304"/>
              <a:gd name="connsiteX14" fmla="*/ 129412 w 1061168"/>
              <a:gd name="connsiteY14" fmla="*/ 120656 h 1756304"/>
              <a:gd name="connsiteX15" fmla="*/ 167316 w 1061168"/>
              <a:gd name="connsiteY15" fmla="*/ 35341 h 1756304"/>
              <a:gd name="connsiteX16" fmla="*/ 168227 w 1061168"/>
              <a:gd name="connsiteY16" fmla="*/ 34769 h 1756304"/>
              <a:gd name="connsiteX17" fmla="*/ 169572 w 1061168"/>
              <a:gd name="connsiteY17" fmla="*/ 32773 h 1756304"/>
              <a:gd name="connsiteX18" fmla="*/ 248694 w 1061168"/>
              <a:gd name="connsiteY18" fmla="*/ 0 h 1756304"/>
              <a:gd name="connsiteX19" fmla="*/ 949273 w 1061168"/>
              <a:gd name="connsiteY19" fmla="*/ 0 h 1756304"/>
              <a:gd name="connsiteX20" fmla="*/ 1061168 w 1061168"/>
              <a:gd name="connsiteY20" fmla="*/ 111895 h 1756304"/>
            </a:gdLst>
            <a:ahLst/>
            <a:cxnLst/>
            <a:rect l="l" t="t" r="r" b="b"/>
            <a:pathLst>
              <a:path w="1061168" h="1756304">
                <a:moveTo>
                  <a:pt x="1061168" y="111895"/>
                </a:moveTo>
                <a:lnTo>
                  <a:pt x="1061168" y="1644407"/>
                </a:lnTo>
                <a:cubicBezTo>
                  <a:pt x="1061168" y="1706205"/>
                  <a:pt x="1011071" y="1756302"/>
                  <a:pt x="949273" y="1756302"/>
                </a:cubicBezTo>
                <a:lnTo>
                  <a:pt x="258823" y="1756302"/>
                </a:lnTo>
                <a:lnTo>
                  <a:pt x="258823" y="1756304"/>
                </a:lnTo>
                <a:lnTo>
                  <a:pt x="258812" y="1756302"/>
                </a:lnTo>
                <a:lnTo>
                  <a:pt x="248694" y="1756302"/>
                </a:lnTo>
                <a:cubicBezTo>
                  <a:pt x="217795" y="1756302"/>
                  <a:pt x="189821" y="1743778"/>
                  <a:pt x="169572" y="1723529"/>
                </a:cubicBezTo>
                <a:lnTo>
                  <a:pt x="168233" y="1721543"/>
                </a:lnTo>
                <a:lnTo>
                  <a:pt x="167315" y="1720966"/>
                </a:lnTo>
                <a:cubicBezTo>
                  <a:pt x="143896" y="1699132"/>
                  <a:pt x="129411" y="1668969"/>
                  <a:pt x="129411" y="1635651"/>
                </a:cubicBezTo>
                <a:cubicBezTo>
                  <a:pt x="129411" y="1423369"/>
                  <a:pt x="129412" y="1211088"/>
                  <a:pt x="129412" y="998806"/>
                </a:cubicBezTo>
                <a:cubicBezTo>
                  <a:pt x="129412" y="932171"/>
                  <a:pt x="71472" y="878153"/>
                  <a:pt x="0" y="878153"/>
                </a:cubicBezTo>
                <a:cubicBezTo>
                  <a:pt x="71472" y="878153"/>
                  <a:pt x="129412" y="824135"/>
                  <a:pt x="129412" y="757500"/>
                </a:cubicBezTo>
                <a:lnTo>
                  <a:pt x="129412" y="120656"/>
                </a:lnTo>
                <a:cubicBezTo>
                  <a:pt x="129412" y="87339"/>
                  <a:pt x="143897" y="57175"/>
                  <a:pt x="167316" y="35341"/>
                </a:cubicBezTo>
                <a:lnTo>
                  <a:pt x="168227" y="34769"/>
                </a:lnTo>
                <a:lnTo>
                  <a:pt x="169572" y="32773"/>
                </a:lnTo>
                <a:cubicBezTo>
                  <a:pt x="189821" y="12524"/>
                  <a:pt x="217795" y="0"/>
                  <a:pt x="248694" y="0"/>
                </a:cubicBezTo>
                <a:lnTo>
                  <a:pt x="949273" y="0"/>
                </a:lnTo>
                <a:cubicBezTo>
                  <a:pt x="1011071" y="0"/>
                  <a:pt x="1061168" y="50097"/>
                  <a:pt x="1061168" y="111895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63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2147214" y="2412610"/>
            <a:ext cx="7886700" cy="228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316690" y="373380"/>
            <a:ext cx="8171180" cy="65532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783520" y="484345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16200000">
            <a:off x="263866" y="423557"/>
            <a:ext cx="665534" cy="544749"/>
          </a:xfrm>
          <a:prstGeom prst="halfFrame">
            <a:avLst>
              <a:gd name="adj1" fmla="val 23809"/>
              <a:gd name="adj2" fmla="val 22885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614857" y="1349319"/>
            <a:ext cx="10618642" cy="48603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462F5"/>
      </a:accent1>
      <a:accent2>
        <a:srgbClr val="24FFFF"/>
      </a:accent2>
      <a:accent3>
        <a:srgbClr val="288CBE"/>
      </a:accent3>
      <a:accent4>
        <a:srgbClr val="0033CC"/>
      </a:accent4>
      <a:accent5>
        <a:srgbClr val="3068BD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144</Words>
  <Application>Microsoft Office PowerPoint</Application>
  <PresentationFormat>Widescreen</PresentationFormat>
  <Paragraphs>50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Noto Sans SC Black</vt:lpstr>
      <vt:lpstr>Source Han Sans</vt:lpstr>
      <vt:lpstr>OPPOSans B</vt:lpstr>
      <vt:lpstr>Source Han Sans CN Bold</vt:lpstr>
      <vt:lpstr>Arial</vt:lpstr>
      <vt:lpstr>OPPOSans H</vt:lpstr>
      <vt:lpstr>OPPOSans R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Xiaohan Liu</cp:lastModifiedBy>
  <cp:revision>4</cp:revision>
  <dcterms:modified xsi:type="dcterms:W3CDTF">2025-04-27T21:10:03Z</dcterms:modified>
</cp:coreProperties>
</file>